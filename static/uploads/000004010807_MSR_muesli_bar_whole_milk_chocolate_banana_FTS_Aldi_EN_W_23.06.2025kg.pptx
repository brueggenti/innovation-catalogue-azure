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22" r:id="rId5"/>
  </p:sldMasterIdLst>
  <p:notesMasterIdLst>
    <p:notesMasterId r:id="rId7"/>
  </p:notesMasterIdLst>
  <p:handoutMasterIdLst>
    <p:handoutMasterId r:id="rId8"/>
  </p:handoutMasterIdLst>
  <p:sldIdLst>
    <p:sldId id="377" r:id="rId6"/>
  </p:sldIdLst>
  <p:sldSz cx="10799763" cy="7561263"/>
  <p:notesSz cx="6797675" cy="9926638"/>
  <p:defaultTextStyle>
    <a:defPPr>
      <a:defRPr lang="de-DE"/>
    </a:defPPr>
    <a:lvl1pPr algn="l" defTabSz="1042988" rtl="0" fontAlgn="base">
      <a:spcBef>
        <a:spcPct val="0"/>
      </a:spcBef>
      <a:spcAft>
        <a:spcPct val="0"/>
      </a:spcAft>
      <a:defRPr sz="2100" kern="1200">
        <a:solidFill>
          <a:schemeClr val="tx1"/>
        </a:solidFill>
        <a:latin typeface="DINOT" pitchFamily="121" charset="0"/>
        <a:ea typeface="Geneva" pitchFamily="121" charset="-128"/>
        <a:cs typeface="+mn-cs"/>
      </a:defRPr>
    </a:lvl1pPr>
    <a:lvl2pPr marL="520700" indent="-63500" algn="l" defTabSz="1042988" rtl="0" fontAlgn="base">
      <a:spcBef>
        <a:spcPct val="0"/>
      </a:spcBef>
      <a:spcAft>
        <a:spcPct val="0"/>
      </a:spcAft>
      <a:defRPr sz="2100" kern="1200">
        <a:solidFill>
          <a:schemeClr val="tx1"/>
        </a:solidFill>
        <a:latin typeface="DINOT" pitchFamily="121" charset="0"/>
        <a:ea typeface="Geneva" pitchFamily="121" charset="-128"/>
        <a:cs typeface="+mn-cs"/>
      </a:defRPr>
    </a:lvl2pPr>
    <a:lvl3pPr marL="1042988" indent="-128588" algn="l" defTabSz="1042988" rtl="0" fontAlgn="base">
      <a:spcBef>
        <a:spcPct val="0"/>
      </a:spcBef>
      <a:spcAft>
        <a:spcPct val="0"/>
      </a:spcAft>
      <a:defRPr sz="2100" kern="1200">
        <a:solidFill>
          <a:schemeClr val="tx1"/>
        </a:solidFill>
        <a:latin typeface="DINOT" pitchFamily="121" charset="0"/>
        <a:ea typeface="Geneva" pitchFamily="121" charset="-128"/>
        <a:cs typeface="+mn-cs"/>
      </a:defRPr>
    </a:lvl3pPr>
    <a:lvl4pPr marL="1563688" indent="-192088" algn="l" defTabSz="1042988" rtl="0" fontAlgn="base">
      <a:spcBef>
        <a:spcPct val="0"/>
      </a:spcBef>
      <a:spcAft>
        <a:spcPct val="0"/>
      </a:spcAft>
      <a:defRPr sz="2100" kern="1200">
        <a:solidFill>
          <a:schemeClr val="tx1"/>
        </a:solidFill>
        <a:latin typeface="DINOT" pitchFamily="121" charset="0"/>
        <a:ea typeface="Geneva" pitchFamily="121" charset="-128"/>
        <a:cs typeface="+mn-cs"/>
      </a:defRPr>
    </a:lvl4pPr>
    <a:lvl5pPr marL="2085975" indent="-257175" algn="l" defTabSz="1042988" rtl="0" fontAlgn="base">
      <a:spcBef>
        <a:spcPct val="0"/>
      </a:spcBef>
      <a:spcAft>
        <a:spcPct val="0"/>
      </a:spcAft>
      <a:defRPr sz="2100" kern="1200">
        <a:solidFill>
          <a:schemeClr val="tx1"/>
        </a:solidFill>
        <a:latin typeface="DINOT" pitchFamily="121" charset="0"/>
        <a:ea typeface="Geneva" pitchFamily="121" charset="-128"/>
        <a:cs typeface="+mn-cs"/>
      </a:defRPr>
    </a:lvl5pPr>
    <a:lvl6pPr marL="2286000" algn="l" defTabSz="914400" rtl="0" eaLnBrk="1" latinLnBrk="0" hangingPunct="1">
      <a:defRPr sz="2100" kern="1200">
        <a:solidFill>
          <a:schemeClr val="tx1"/>
        </a:solidFill>
        <a:latin typeface="DINOT" pitchFamily="121" charset="0"/>
        <a:ea typeface="Geneva" pitchFamily="121" charset="-128"/>
        <a:cs typeface="+mn-cs"/>
      </a:defRPr>
    </a:lvl6pPr>
    <a:lvl7pPr marL="2743200" algn="l" defTabSz="914400" rtl="0" eaLnBrk="1" latinLnBrk="0" hangingPunct="1">
      <a:defRPr sz="2100" kern="1200">
        <a:solidFill>
          <a:schemeClr val="tx1"/>
        </a:solidFill>
        <a:latin typeface="DINOT" pitchFamily="121" charset="0"/>
        <a:ea typeface="Geneva" pitchFamily="121" charset="-128"/>
        <a:cs typeface="+mn-cs"/>
      </a:defRPr>
    </a:lvl7pPr>
    <a:lvl8pPr marL="3200400" algn="l" defTabSz="914400" rtl="0" eaLnBrk="1" latinLnBrk="0" hangingPunct="1">
      <a:defRPr sz="2100" kern="1200">
        <a:solidFill>
          <a:schemeClr val="tx1"/>
        </a:solidFill>
        <a:latin typeface="DINOT" pitchFamily="121" charset="0"/>
        <a:ea typeface="Geneva" pitchFamily="121" charset="-128"/>
        <a:cs typeface="+mn-cs"/>
      </a:defRPr>
    </a:lvl8pPr>
    <a:lvl9pPr marL="3657600" algn="l" defTabSz="914400" rtl="0" eaLnBrk="1" latinLnBrk="0" hangingPunct="1">
      <a:defRPr sz="2100" kern="1200">
        <a:solidFill>
          <a:schemeClr val="tx1"/>
        </a:solidFill>
        <a:latin typeface="DINOT" pitchFamily="121" charset="0"/>
        <a:ea typeface="Geneva" pitchFamily="121" charset="-128"/>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D9D9D9"/>
    <a:srgbClr val="F2F2F2"/>
    <a:srgbClr val="661C31"/>
    <a:srgbClr val="E2BC54"/>
    <a:srgbClr val="004689"/>
    <a:srgbClr val="31679B"/>
    <a:srgbClr val="080808"/>
    <a:srgbClr val="000000"/>
    <a:srgbClr val="005AB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BC21CB-D507-41D1-97E0-9CAD78639BE9}" v="19" dt="2025-06-23T10:05:15.943"/>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43" autoAdjust="0"/>
    <p:restoredTop sz="96433" autoAdjust="0"/>
  </p:normalViewPr>
  <p:slideViewPr>
    <p:cSldViewPr>
      <p:cViewPr>
        <p:scale>
          <a:sx n="110" d="100"/>
          <a:sy n="110" d="100"/>
        </p:scale>
        <p:origin x="450" y="10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6" d="100"/>
          <a:sy n="86" d="100"/>
        </p:scale>
        <p:origin x="3786"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mberly Giesenberg" userId="9d2c8af7-3495-4e17-909d-5ee80a83a38c" providerId="ADAL" clId="{08BC21CB-D507-41D1-97E0-9CAD78639BE9}"/>
    <pc:docChg chg="undo custSel modSld">
      <pc:chgData name="Kimberly Giesenberg" userId="9d2c8af7-3495-4e17-909d-5ee80a83a38c" providerId="ADAL" clId="{08BC21CB-D507-41D1-97E0-9CAD78639BE9}" dt="2025-06-23T10:05:24.259" v="188" actId="1076"/>
      <pc:docMkLst>
        <pc:docMk/>
      </pc:docMkLst>
      <pc:sldChg chg="addSp delSp modSp mod">
        <pc:chgData name="Kimberly Giesenberg" userId="9d2c8af7-3495-4e17-909d-5ee80a83a38c" providerId="ADAL" clId="{08BC21CB-D507-41D1-97E0-9CAD78639BE9}" dt="2025-06-23T10:05:24.259" v="188" actId="1076"/>
        <pc:sldMkLst>
          <pc:docMk/>
          <pc:sldMk cId="1299991375" sldId="377"/>
        </pc:sldMkLst>
        <pc:spChg chg="mod">
          <ac:chgData name="Kimberly Giesenberg" userId="9d2c8af7-3495-4e17-909d-5ee80a83a38c" providerId="ADAL" clId="{08BC21CB-D507-41D1-97E0-9CAD78639BE9}" dt="2025-06-23T09:45:11.400" v="7" actId="20577"/>
          <ac:spMkLst>
            <pc:docMk/>
            <pc:sldMk cId="1299991375" sldId="377"/>
            <ac:spMk id="4" creationId="{00000000-0000-0000-0000-000000000000}"/>
          </ac:spMkLst>
        </pc:spChg>
        <pc:graphicFrameChg chg="mod modGraphic">
          <ac:chgData name="Kimberly Giesenberg" userId="9d2c8af7-3495-4e17-909d-5ee80a83a38c" providerId="ADAL" clId="{08BC21CB-D507-41D1-97E0-9CAD78639BE9}" dt="2025-06-23T09:58:06.840" v="93" actId="20577"/>
          <ac:graphicFrameMkLst>
            <pc:docMk/>
            <pc:sldMk cId="1299991375" sldId="377"/>
            <ac:graphicFrameMk id="5" creationId="{7CD1225E-2159-988B-E19D-96D8C2167C69}"/>
          </ac:graphicFrameMkLst>
        </pc:graphicFrameChg>
        <pc:graphicFrameChg chg="modGraphic">
          <ac:chgData name="Kimberly Giesenberg" userId="9d2c8af7-3495-4e17-909d-5ee80a83a38c" providerId="ADAL" clId="{08BC21CB-D507-41D1-97E0-9CAD78639BE9}" dt="2025-06-23T10:01:38.171" v="172" actId="20577"/>
          <ac:graphicFrameMkLst>
            <pc:docMk/>
            <pc:sldMk cId="1299991375" sldId="377"/>
            <ac:graphicFrameMk id="15" creationId="{246CA7D5-3C48-989F-D291-CEEB186B289C}"/>
          </ac:graphicFrameMkLst>
        </pc:graphicFrameChg>
        <pc:graphicFrameChg chg="modGraphic">
          <ac:chgData name="Kimberly Giesenberg" userId="9d2c8af7-3495-4e17-909d-5ee80a83a38c" providerId="ADAL" clId="{08BC21CB-D507-41D1-97E0-9CAD78639BE9}" dt="2025-06-23T10:01:01.318" v="171" actId="20577"/>
          <ac:graphicFrameMkLst>
            <pc:docMk/>
            <pc:sldMk cId="1299991375" sldId="377"/>
            <ac:graphicFrameMk id="24" creationId="{DFFF3101-60D1-6AE4-006A-14744CD893FF}"/>
          </ac:graphicFrameMkLst>
        </pc:graphicFrameChg>
        <pc:picChg chg="del mod">
          <ac:chgData name="Kimberly Giesenberg" userId="9d2c8af7-3495-4e17-909d-5ee80a83a38c" providerId="ADAL" clId="{08BC21CB-D507-41D1-97E0-9CAD78639BE9}" dt="2025-06-23T09:45:14.066" v="9" actId="478"/>
          <ac:picMkLst>
            <pc:docMk/>
            <pc:sldMk cId="1299991375" sldId="377"/>
            <ac:picMk id="11" creationId="{B3D1ACF9-8760-2464-9B59-FA2453220FC6}"/>
          </ac:picMkLst>
        </pc:picChg>
        <pc:picChg chg="add mod modCrop">
          <ac:chgData name="Kimberly Giesenberg" userId="9d2c8af7-3495-4e17-909d-5ee80a83a38c" providerId="ADAL" clId="{08BC21CB-D507-41D1-97E0-9CAD78639BE9}" dt="2025-06-23T10:05:24.259" v="188" actId="1076"/>
          <ac:picMkLst>
            <pc:docMk/>
            <pc:sldMk cId="1299991375" sldId="377"/>
            <ac:picMk id="16" creationId="{E04CE8AD-2566-F114-97EA-20767DBBE51B}"/>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6332"/>
          </a:xfrm>
          <a:prstGeom prst="rect">
            <a:avLst/>
          </a:prstGeom>
        </p:spPr>
        <p:txBody>
          <a:bodyPr vert="horz" lIns="91440" tIns="45720" rIns="91440" bIns="45720" rtlCol="0"/>
          <a:lstStyle>
            <a:lvl1pPr algn="l" defTabSz="1043056" fontAlgn="auto">
              <a:spcBef>
                <a:spcPts val="0"/>
              </a:spcBef>
              <a:spcAft>
                <a:spcPts val="0"/>
              </a:spcAft>
              <a:defRPr sz="1200" dirty="0">
                <a:latin typeface="+mn-lt"/>
                <a:ea typeface="+mn-ea"/>
              </a:defRPr>
            </a:lvl1pPr>
          </a:lstStyle>
          <a:p>
            <a:pPr>
              <a:defRPr/>
            </a:pPr>
            <a:endParaRPr lang="de-DE"/>
          </a:p>
        </p:txBody>
      </p:sp>
      <p:sp>
        <p:nvSpPr>
          <p:cNvPr id="3" name="Datumsplatzhalter 2"/>
          <p:cNvSpPr>
            <a:spLocks noGrp="1"/>
          </p:cNvSpPr>
          <p:nvPr>
            <p:ph type="dt" sz="quarter" idx="1"/>
          </p:nvPr>
        </p:nvSpPr>
        <p:spPr>
          <a:xfrm>
            <a:off x="3850443" y="0"/>
            <a:ext cx="2945659" cy="496332"/>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9C26C81-E798-4A63-9A9C-957060DF48C8}" type="datetimeFigureOut">
              <a:rPr lang="de-DE" altLang="de-DE"/>
              <a:pPr/>
              <a:t>23.06.2025</a:t>
            </a:fld>
            <a:endParaRPr lang="de-DE" altLang="de-DE"/>
          </a:p>
        </p:txBody>
      </p:sp>
      <p:sp>
        <p:nvSpPr>
          <p:cNvPr id="4" name="Fußzeilenplatzhalt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defTabSz="1043056" fontAlgn="auto">
              <a:spcBef>
                <a:spcPts val="0"/>
              </a:spcBef>
              <a:spcAft>
                <a:spcPts val="0"/>
              </a:spcAft>
              <a:defRPr sz="1200" dirty="0">
                <a:latin typeface="+mn-lt"/>
                <a:ea typeface="+mn-ea"/>
              </a:defRPr>
            </a:lvl1pPr>
          </a:lstStyle>
          <a:p>
            <a:pPr>
              <a:defRPr/>
            </a:pPr>
            <a:endParaRPr lang="de-DE"/>
          </a:p>
        </p:txBody>
      </p:sp>
      <p:sp>
        <p:nvSpPr>
          <p:cNvPr id="5" name="Foliennummernplatzhalter 4"/>
          <p:cNvSpPr>
            <a:spLocks noGrp="1"/>
          </p:cNvSpPr>
          <p:nvPr>
            <p:ph type="sldNum" sz="quarter" idx="3"/>
          </p:nvPr>
        </p:nvSpPr>
        <p:spPr>
          <a:xfrm>
            <a:off x="3850443" y="9428583"/>
            <a:ext cx="2945659" cy="496332"/>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29B317F6-27DD-46EE-BA9D-493BFC491B28}" type="slidenum">
              <a:rPr lang="de-DE" altLang="de-DE"/>
              <a:pPr/>
              <a:t>‹Nr.›</a:t>
            </a:fld>
            <a:endParaRPr lang="de-DE" altLang="de-DE"/>
          </a:p>
        </p:txBody>
      </p:sp>
    </p:spTree>
    <p:extLst>
      <p:ext uri="{BB962C8B-B14F-4D97-AF65-F5344CB8AC3E}">
        <p14:creationId xmlns:p14="http://schemas.microsoft.com/office/powerpoint/2010/main" val="33154789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6332"/>
          </a:xfrm>
          <a:prstGeom prst="rect">
            <a:avLst/>
          </a:prstGeom>
        </p:spPr>
        <p:txBody>
          <a:bodyPr vert="horz" lIns="91440" tIns="45720" rIns="91440" bIns="45720" rtlCol="0"/>
          <a:lstStyle>
            <a:lvl1pPr algn="l" defTabSz="1043056" fontAlgn="auto">
              <a:spcBef>
                <a:spcPts val="0"/>
              </a:spcBef>
              <a:spcAft>
                <a:spcPts val="0"/>
              </a:spcAft>
              <a:defRPr sz="1200" dirty="0">
                <a:latin typeface="+mn-lt"/>
                <a:ea typeface="+mn-ea"/>
              </a:defRPr>
            </a:lvl1pPr>
          </a:lstStyle>
          <a:p>
            <a:pPr>
              <a:defRPr/>
            </a:pPr>
            <a:endParaRPr lang="de-DE"/>
          </a:p>
        </p:txBody>
      </p:sp>
      <p:sp>
        <p:nvSpPr>
          <p:cNvPr id="3" name="Datumsplatzhalter 2"/>
          <p:cNvSpPr>
            <a:spLocks noGrp="1"/>
          </p:cNvSpPr>
          <p:nvPr>
            <p:ph type="dt" idx="1"/>
          </p:nvPr>
        </p:nvSpPr>
        <p:spPr>
          <a:xfrm>
            <a:off x="3850443" y="0"/>
            <a:ext cx="2945659" cy="496332"/>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620E060D-405C-4C89-A8D3-1D82FB89215F}" type="datetimeFigureOut">
              <a:rPr lang="de-DE" altLang="de-DE"/>
              <a:pPr/>
              <a:t>23.06.2025</a:t>
            </a:fld>
            <a:endParaRPr lang="de-DE" altLang="de-DE"/>
          </a:p>
        </p:txBody>
      </p:sp>
      <p:sp>
        <p:nvSpPr>
          <p:cNvPr id="4" name="Folienbildplatzhalter 3"/>
          <p:cNvSpPr>
            <a:spLocks noGrp="1" noRot="1" noChangeAspect="1"/>
          </p:cNvSpPr>
          <p:nvPr>
            <p:ph type="sldImg" idx="2"/>
          </p:nvPr>
        </p:nvSpPr>
        <p:spPr>
          <a:xfrm>
            <a:off x="741363" y="744538"/>
            <a:ext cx="5314950" cy="3722687"/>
          </a:xfrm>
          <a:prstGeom prst="rect">
            <a:avLst/>
          </a:prstGeom>
          <a:noFill/>
          <a:ln w="12700">
            <a:solidFill>
              <a:prstClr val="black"/>
            </a:solidFill>
          </a:ln>
        </p:spPr>
        <p:txBody>
          <a:bodyPr vert="horz" lIns="91440" tIns="45720" rIns="91440" bIns="45720" rtlCol="0" anchor="ctr"/>
          <a:lstStyle/>
          <a:p>
            <a:pPr lvl="0"/>
            <a:endParaRPr lang="de-DE" noProof="0" dirty="0"/>
          </a:p>
        </p:txBody>
      </p:sp>
      <p:sp>
        <p:nvSpPr>
          <p:cNvPr id="5" name="Notizenplatzhalter 4"/>
          <p:cNvSpPr>
            <a:spLocks noGrp="1"/>
          </p:cNvSpPr>
          <p:nvPr>
            <p:ph type="body" sz="quarter" idx="3"/>
          </p:nvPr>
        </p:nvSpPr>
        <p:spPr>
          <a:xfrm>
            <a:off x="679768" y="4715153"/>
            <a:ext cx="5438140" cy="4466987"/>
          </a:xfrm>
          <a:prstGeom prst="rect">
            <a:avLst/>
          </a:prstGeom>
        </p:spPr>
        <p:txBody>
          <a:bodyPr vert="horz" wrap="square" lIns="91440" tIns="45720" rIns="91440" bIns="45720" numCol="1" anchor="t" anchorCtr="0" compatLnSpc="1">
            <a:prstTxWarp prst="textNoShape">
              <a:avLst/>
            </a:prstTxWarp>
          </a:bodyPr>
          <a:lstStyle/>
          <a:p>
            <a:pPr lvl="0"/>
            <a:r>
              <a:rPr lang="de-DE" altLang="de-DE"/>
              <a:t>Textmasterformat bearbeiten</a:t>
            </a:r>
          </a:p>
          <a:p>
            <a:pPr lvl="1"/>
            <a:r>
              <a:rPr lang="de-DE" altLang="de-DE"/>
              <a:t>Zweite Ebene</a:t>
            </a:r>
          </a:p>
          <a:p>
            <a:pPr lvl="2"/>
            <a:r>
              <a:rPr lang="de-DE" altLang="de-DE"/>
              <a:t>Dritte Ebene</a:t>
            </a:r>
          </a:p>
          <a:p>
            <a:pPr lvl="3"/>
            <a:r>
              <a:rPr lang="de-DE" altLang="de-DE"/>
              <a:t>Vierte Ebene</a:t>
            </a:r>
          </a:p>
          <a:p>
            <a:pPr lvl="4"/>
            <a:r>
              <a:rPr lang="de-DE" altLang="de-DE"/>
              <a:t>Fünfte Ebene</a:t>
            </a:r>
          </a:p>
        </p:txBody>
      </p:sp>
      <p:sp>
        <p:nvSpPr>
          <p:cNvPr id="6" name="Fußzeilenplatzhalt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defTabSz="1043056" fontAlgn="auto">
              <a:spcBef>
                <a:spcPts val="0"/>
              </a:spcBef>
              <a:spcAft>
                <a:spcPts val="0"/>
              </a:spcAft>
              <a:defRPr sz="1200" dirty="0">
                <a:latin typeface="+mn-lt"/>
                <a:ea typeface="+mn-ea"/>
              </a:defRPr>
            </a:lvl1pPr>
          </a:lstStyle>
          <a:p>
            <a:pPr>
              <a:defRPr/>
            </a:pPr>
            <a:endParaRPr lang="de-DE"/>
          </a:p>
        </p:txBody>
      </p:sp>
      <p:sp>
        <p:nvSpPr>
          <p:cNvPr id="7" name="Foliennummernplatzhalter 6"/>
          <p:cNvSpPr>
            <a:spLocks noGrp="1"/>
          </p:cNvSpPr>
          <p:nvPr>
            <p:ph type="sldNum" sz="quarter" idx="5"/>
          </p:nvPr>
        </p:nvSpPr>
        <p:spPr>
          <a:xfrm>
            <a:off x="3850443" y="9428583"/>
            <a:ext cx="2945659" cy="496332"/>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FEE4295A-0246-442F-909E-C3AD8774AB01}" type="slidenum">
              <a:rPr lang="de-DE" altLang="de-DE"/>
              <a:pPr/>
              <a:t>‹Nr.›</a:t>
            </a:fld>
            <a:endParaRPr lang="de-DE" altLang="de-DE"/>
          </a:p>
        </p:txBody>
      </p:sp>
    </p:spTree>
    <p:extLst>
      <p:ext uri="{BB962C8B-B14F-4D97-AF65-F5344CB8AC3E}">
        <p14:creationId xmlns:p14="http://schemas.microsoft.com/office/powerpoint/2010/main" val="2579922153"/>
      </p:ext>
    </p:extLst>
  </p:cSld>
  <p:clrMap bg1="lt1" tx1="dk1" bg2="lt2" tx2="dk2" accent1="accent1" accent2="accent2" accent3="accent3" accent4="accent4" accent5="accent5" accent6="accent6" hlink="hlink" folHlink="folHlink"/>
  <p:notesStyle>
    <a:lvl1pPr algn="l" defTabSz="1042988" rtl="0" fontAlgn="base">
      <a:spcBef>
        <a:spcPct val="30000"/>
      </a:spcBef>
      <a:spcAft>
        <a:spcPct val="0"/>
      </a:spcAft>
      <a:defRPr sz="1400" kern="1200">
        <a:solidFill>
          <a:schemeClr val="tx1"/>
        </a:solidFill>
        <a:latin typeface="+mn-lt"/>
        <a:ea typeface="Geneva" pitchFamily="121" charset="-128"/>
        <a:cs typeface="+mn-cs"/>
      </a:defRPr>
    </a:lvl1pPr>
    <a:lvl2pPr marL="520700" algn="l" defTabSz="1042988" rtl="0" fontAlgn="base">
      <a:spcBef>
        <a:spcPct val="30000"/>
      </a:spcBef>
      <a:spcAft>
        <a:spcPct val="0"/>
      </a:spcAft>
      <a:defRPr sz="1400" kern="1200">
        <a:solidFill>
          <a:schemeClr val="tx1"/>
        </a:solidFill>
        <a:latin typeface="+mn-lt"/>
        <a:ea typeface="Geneva" pitchFamily="121" charset="-128"/>
        <a:cs typeface="+mn-cs"/>
      </a:defRPr>
    </a:lvl2pPr>
    <a:lvl3pPr marL="1042988" algn="l" defTabSz="1042988" rtl="0" fontAlgn="base">
      <a:spcBef>
        <a:spcPct val="30000"/>
      </a:spcBef>
      <a:spcAft>
        <a:spcPct val="0"/>
      </a:spcAft>
      <a:defRPr sz="1400" kern="1200">
        <a:solidFill>
          <a:schemeClr val="tx1"/>
        </a:solidFill>
        <a:latin typeface="+mn-lt"/>
        <a:ea typeface="Geneva" pitchFamily="121" charset="-128"/>
        <a:cs typeface="+mn-cs"/>
      </a:defRPr>
    </a:lvl3pPr>
    <a:lvl4pPr marL="1563688" algn="l" defTabSz="1042988" rtl="0" fontAlgn="base">
      <a:spcBef>
        <a:spcPct val="30000"/>
      </a:spcBef>
      <a:spcAft>
        <a:spcPct val="0"/>
      </a:spcAft>
      <a:defRPr sz="1400" kern="1200">
        <a:solidFill>
          <a:schemeClr val="tx1"/>
        </a:solidFill>
        <a:latin typeface="+mn-lt"/>
        <a:ea typeface="Geneva" pitchFamily="121" charset="-128"/>
        <a:cs typeface="+mn-cs"/>
      </a:defRPr>
    </a:lvl4pPr>
    <a:lvl5pPr marL="2085975" algn="l" defTabSz="1042988" rtl="0" fontAlgn="base">
      <a:spcBef>
        <a:spcPct val="30000"/>
      </a:spcBef>
      <a:spcAft>
        <a:spcPct val="0"/>
      </a:spcAft>
      <a:defRPr sz="1400" kern="1200">
        <a:solidFill>
          <a:schemeClr val="tx1"/>
        </a:solidFill>
        <a:latin typeface="+mn-lt"/>
        <a:ea typeface="Geneva" pitchFamily="121" charset="-128"/>
        <a:cs typeface="+mn-cs"/>
      </a:defRPr>
    </a:lvl5pPr>
    <a:lvl6pPr marL="2607640" algn="l" defTabSz="1043056" rtl="0" eaLnBrk="1" latinLnBrk="0" hangingPunct="1">
      <a:defRPr sz="1400" kern="1200">
        <a:solidFill>
          <a:schemeClr val="tx1"/>
        </a:solidFill>
        <a:latin typeface="+mn-lt"/>
        <a:ea typeface="+mn-ea"/>
        <a:cs typeface="+mn-cs"/>
      </a:defRPr>
    </a:lvl6pPr>
    <a:lvl7pPr marL="3129168" algn="l" defTabSz="1043056" rtl="0" eaLnBrk="1" latinLnBrk="0" hangingPunct="1">
      <a:defRPr sz="1400" kern="1200">
        <a:solidFill>
          <a:schemeClr val="tx1"/>
        </a:solidFill>
        <a:latin typeface="+mn-lt"/>
        <a:ea typeface="+mn-ea"/>
        <a:cs typeface="+mn-cs"/>
      </a:defRPr>
    </a:lvl7pPr>
    <a:lvl8pPr marL="3650696" algn="l" defTabSz="1043056" rtl="0" eaLnBrk="1" latinLnBrk="0" hangingPunct="1">
      <a:defRPr sz="1400" kern="1200">
        <a:solidFill>
          <a:schemeClr val="tx1"/>
        </a:solidFill>
        <a:latin typeface="+mn-lt"/>
        <a:ea typeface="+mn-ea"/>
        <a:cs typeface="+mn-cs"/>
      </a:defRPr>
    </a:lvl8pPr>
    <a:lvl9pPr marL="4172224" algn="l" defTabSz="104305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741363" y="744538"/>
            <a:ext cx="5314950" cy="3722687"/>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pPr marL="0" marR="0" lvl="0" indent="0" algn="r" defTabSz="1042988" rtl="0" eaLnBrk="1" fontAlgn="base" latinLnBrk="0" hangingPunct="1">
              <a:lnSpc>
                <a:spcPct val="100000"/>
              </a:lnSpc>
              <a:spcBef>
                <a:spcPct val="0"/>
              </a:spcBef>
              <a:spcAft>
                <a:spcPct val="0"/>
              </a:spcAft>
              <a:buClrTx/>
              <a:buSzTx/>
              <a:buFontTx/>
              <a:buNone/>
              <a:tabLst/>
              <a:defRPr/>
            </a:pPr>
            <a:fld id="{FEE4295A-0246-442F-909E-C3AD8774AB01}" type="slidenum">
              <a:rPr kumimoji="0" lang="de-DE" altLang="de-DE" sz="1200" b="0" i="0" u="none" strike="noStrike" kern="1200" cap="none" spc="0" normalizeH="0" baseline="0" noProof="0" smtClean="0">
                <a:ln>
                  <a:noFill/>
                </a:ln>
                <a:solidFill>
                  <a:srgbClr val="004689"/>
                </a:solidFill>
                <a:effectLst/>
                <a:uLnTx/>
                <a:uFillTx/>
                <a:latin typeface="DINOT" pitchFamily="121" charset="0"/>
                <a:ea typeface="Geneva" pitchFamily="121" charset="-128"/>
                <a:cs typeface="+mn-cs"/>
              </a:rPr>
              <a:pPr marL="0" marR="0" lvl="0" indent="0" algn="r" defTabSz="1042988" rtl="0" eaLnBrk="1" fontAlgn="base" latinLnBrk="0" hangingPunct="1">
                <a:lnSpc>
                  <a:spcPct val="100000"/>
                </a:lnSpc>
                <a:spcBef>
                  <a:spcPct val="0"/>
                </a:spcBef>
                <a:spcAft>
                  <a:spcPct val="0"/>
                </a:spcAft>
                <a:buClrTx/>
                <a:buSzTx/>
                <a:buFontTx/>
                <a:buNone/>
                <a:tabLst/>
                <a:defRPr/>
              </a:pPr>
              <a:t>1</a:t>
            </a:fld>
            <a:endParaRPr kumimoji="0" lang="de-DE" altLang="de-DE" sz="1200" b="0" i="0" u="none" strike="noStrike" kern="1200" cap="none" spc="0" normalizeH="0" baseline="0" noProof="0">
              <a:ln>
                <a:noFill/>
              </a:ln>
              <a:solidFill>
                <a:srgbClr val="004689"/>
              </a:solidFill>
              <a:effectLst/>
              <a:uLnTx/>
              <a:uFillTx/>
              <a:latin typeface="DINOT" pitchFamily="121" charset="0"/>
              <a:ea typeface="Geneva" pitchFamily="121" charset="-128"/>
              <a:cs typeface="+mn-cs"/>
            </a:endParaRPr>
          </a:p>
        </p:txBody>
      </p:sp>
    </p:spTree>
    <p:extLst>
      <p:ext uri="{BB962C8B-B14F-4D97-AF65-F5344CB8AC3E}">
        <p14:creationId xmlns:p14="http://schemas.microsoft.com/office/powerpoint/2010/main" val="39852205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und Bild">
    <p:spTree>
      <p:nvGrpSpPr>
        <p:cNvPr id="1" name=""/>
        <p:cNvGrpSpPr/>
        <p:nvPr/>
      </p:nvGrpSpPr>
      <p:grpSpPr>
        <a:xfrm>
          <a:off x="0" y="0"/>
          <a:ext cx="0" cy="0"/>
          <a:chOff x="0" y="0"/>
          <a:chExt cx="0" cy="0"/>
        </a:xfrm>
      </p:grpSpPr>
      <p:sp>
        <p:nvSpPr>
          <p:cNvPr id="4" name="Bildplatzhalter 3"/>
          <p:cNvSpPr>
            <a:spLocks noGrp="1"/>
          </p:cNvSpPr>
          <p:nvPr>
            <p:ph type="pic" sz="quarter" idx="17"/>
          </p:nvPr>
        </p:nvSpPr>
        <p:spPr>
          <a:xfrm>
            <a:off x="107694" y="1115219"/>
            <a:ext cx="1962427" cy="5329238"/>
          </a:xfrm>
          <a:prstGeom prst="rect">
            <a:avLst/>
          </a:prstGeom>
        </p:spPr>
        <p:txBody>
          <a:bodyPr/>
          <a:lstStyle/>
          <a:p>
            <a:endParaRPr lang="de-DE"/>
          </a:p>
        </p:txBody>
      </p:sp>
      <p:sp>
        <p:nvSpPr>
          <p:cNvPr id="15" name="Titelplatzhalter 1"/>
          <p:cNvSpPr>
            <a:spLocks noGrp="1"/>
          </p:cNvSpPr>
          <p:nvPr>
            <p:ph type="title" hasCustomPrompt="1"/>
          </p:nvPr>
        </p:nvSpPr>
        <p:spPr>
          <a:xfrm>
            <a:off x="107694" y="252240"/>
            <a:ext cx="9090529" cy="471517"/>
          </a:xfrm>
          <a:prstGeom prst="rect">
            <a:avLst/>
          </a:prstGeom>
        </p:spPr>
        <p:txBody>
          <a:bodyPr vert="horz" lIns="91440" tIns="45720" rIns="91440" bIns="45720" rtlCol="0" anchor="ctr">
            <a:normAutofit/>
          </a:bodyPr>
          <a:lstStyle>
            <a:lvl1pPr>
              <a:defRPr/>
            </a:lvl1pPr>
          </a:lstStyle>
          <a:p>
            <a:r>
              <a:rPr lang="de-DE" dirty="0"/>
              <a:t>Titel durch Klicken hinzufügen</a:t>
            </a:r>
          </a:p>
        </p:txBody>
      </p:sp>
      <p:sp>
        <p:nvSpPr>
          <p:cNvPr id="5" name="Bildplatzhalter 4"/>
          <p:cNvSpPr>
            <a:spLocks noGrp="1"/>
          </p:cNvSpPr>
          <p:nvPr>
            <p:ph type="pic" sz="quarter" idx="18"/>
          </p:nvPr>
        </p:nvSpPr>
        <p:spPr>
          <a:xfrm>
            <a:off x="6636019" y="1547814"/>
            <a:ext cx="3854310" cy="2232025"/>
          </a:xfrm>
          <a:prstGeom prst="rect">
            <a:avLst/>
          </a:prstGeom>
        </p:spPr>
        <p:txBody>
          <a:bodyPr/>
          <a:lstStyle/>
          <a:p>
            <a:endParaRPr lang="de-DE"/>
          </a:p>
        </p:txBody>
      </p:sp>
    </p:spTree>
    <p:extLst>
      <p:ext uri="{BB962C8B-B14F-4D97-AF65-F5344CB8AC3E}">
        <p14:creationId xmlns:p14="http://schemas.microsoft.com/office/powerpoint/2010/main" val="3731668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Bild">
    <p:spTree>
      <p:nvGrpSpPr>
        <p:cNvPr id="1" name=""/>
        <p:cNvGrpSpPr/>
        <p:nvPr/>
      </p:nvGrpSpPr>
      <p:grpSpPr>
        <a:xfrm>
          <a:off x="0" y="0"/>
          <a:ext cx="0" cy="0"/>
          <a:chOff x="0" y="0"/>
          <a:chExt cx="0" cy="0"/>
        </a:xfrm>
      </p:grpSpPr>
      <p:sp>
        <p:nvSpPr>
          <p:cNvPr id="4" name="Bildplatzhalter 3"/>
          <p:cNvSpPr>
            <a:spLocks noGrp="1"/>
          </p:cNvSpPr>
          <p:nvPr>
            <p:ph type="pic" sz="quarter" idx="17"/>
          </p:nvPr>
        </p:nvSpPr>
        <p:spPr>
          <a:xfrm>
            <a:off x="107694" y="1115219"/>
            <a:ext cx="1962427" cy="5329238"/>
          </a:xfrm>
          <a:prstGeom prst="rect">
            <a:avLst/>
          </a:prstGeom>
        </p:spPr>
        <p:txBody>
          <a:bodyPr/>
          <a:lstStyle/>
          <a:p>
            <a:endParaRPr lang="de-DE"/>
          </a:p>
        </p:txBody>
      </p:sp>
      <p:sp>
        <p:nvSpPr>
          <p:cNvPr id="15" name="Titelplatzhalter 1"/>
          <p:cNvSpPr>
            <a:spLocks noGrp="1"/>
          </p:cNvSpPr>
          <p:nvPr>
            <p:ph type="title" hasCustomPrompt="1"/>
          </p:nvPr>
        </p:nvSpPr>
        <p:spPr>
          <a:xfrm>
            <a:off x="107694" y="252240"/>
            <a:ext cx="9090529" cy="471517"/>
          </a:xfrm>
          <a:prstGeom prst="rect">
            <a:avLst/>
          </a:prstGeom>
        </p:spPr>
        <p:txBody>
          <a:bodyPr vert="horz" lIns="91440" tIns="45720" rIns="91440" bIns="45720" rtlCol="0" anchor="ctr">
            <a:normAutofit/>
          </a:bodyPr>
          <a:lstStyle>
            <a:lvl1pPr>
              <a:defRPr/>
            </a:lvl1pPr>
          </a:lstStyle>
          <a:p>
            <a:r>
              <a:rPr lang="de-DE" dirty="0"/>
              <a:t>Titel durch Klicken hinzufügen</a:t>
            </a:r>
          </a:p>
        </p:txBody>
      </p:sp>
      <p:sp>
        <p:nvSpPr>
          <p:cNvPr id="5" name="Bildplatzhalter 4"/>
          <p:cNvSpPr>
            <a:spLocks noGrp="1"/>
          </p:cNvSpPr>
          <p:nvPr>
            <p:ph type="pic" sz="quarter" idx="18"/>
          </p:nvPr>
        </p:nvSpPr>
        <p:spPr>
          <a:xfrm>
            <a:off x="6636019" y="1547814"/>
            <a:ext cx="3854310" cy="2232025"/>
          </a:xfrm>
          <a:prstGeom prst="rect">
            <a:avLst/>
          </a:prstGeom>
        </p:spPr>
        <p:txBody>
          <a:bodyPr/>
          <a:lstStyle/>
          <a:p>
            <a:endParaRPr lang="de-DE"/>
          </a:p>
        </p:txBody>
      </p:sp>
    </p:spTree>
    <p:extLst>
      <p:ext uri="{BB962C8B-B14F-4D97-AF65-F5344CB8AC3E}">
        <p14:creationId xmlns:p14="http://schemas.microsoft.com/office/powerpoint/2010/main" val="33965199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8E8D183C-9C2E-1E1F-E072-A3885BE6DE67}"/>
              </a:ext>
            </a:extLst>
          </p:cNvPr>
          <p:cNvSpPr/>
          <p:nvPr userDrawn="1"/>
        </p:nvSpPr>
        <p:spPr>
          <a:xfrm>
            <a:off x="-1" y="7020991"/>
            <a:ext cx="10799763" cy="540272"/>
          </a:xfrm>
          <a:prstGeom prst="rect">
            <a:avLst/>
          </a:prstGeom>
          <a:solidFill>
            <a:srgbClr val="661C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err="1">
              <a:solidFill>
                <a:schemeClr val="tx1"/>
              </a:solidFill>
            </a:endParaRPr>
          </a:p>
        </p:txBody>
      </p:sp>
      <p:sp>
        <p:nvSpPr>
          <p:cNvPr id="3" name="Rechteck 2"/>
          <p:cNvSpPr/>
          <p:nvPr userDrawn="1"/>
        </p:nvSpPr>
        <p:spPr>
          <a:xfrm>
            <a:off x="705" y="-35793"/>
            <a:ext cx="10799763" cy="792087"/>
          </a:xfrm>
          <a:prstGeom prst="rect">
            <a:avLst/>
          </a:prstGeom>
          <a:solidFill>
            <a:srgbClr val="661C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err="1">
              <a:solidFill>
                <a:schemeClr val="tx1"/>
              </a:solidFill>
            </a:endParaRPr>
          </a:p>
        </p:txBody>
      </p:sp>
      <p:sp>
        <p:nvSpPr>
          <p:cNvPr id="16" name="Textfeld 15"/>
          <p:cNvSpPr txBox="1"/>
          <p:nvPr userDrawn="1"/>
        </p:nvSpPr>
        <p:spPr>
          <a:xfrm>
            <a:off x="1581857" y="7144933"/>
            <a:ext cx="7636045" cy="292388"/>
          </a:xfrm>
          <a:prstGeom prst="rect">
            <a:avLst/>
          </a:prstGeom>
          <a:noFill/>
          <a:ln>
            <a:solidFill>
              <a:schemeClr val="bg1"/>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50" b="0" i="0" u="none" strike="noStrike" kern="0" cap="none" spc="0" normalizeH="0" baseline="0" noProof="0" dirty="0">
                <a:ln>
                  <a:noFill/>
                </a:ln>
                <a:solidFill>
                  <a:schemeClr val="bg1"/>
                </a:solidFill>
                <a:effectLst/>
                <a:uLnTx/>
                <a:uFillTx/>
                <a:latin typeface="DINOT" panose="020B0504020101020102" pitchFamily="34" charset="0"/>
                <a:ea typeface="+mn-ea"/>
              </a:rPr>
              <a:t>The purpose of this product information is to describe a sample produced in the laboratory. Nutritional values are calculated. Due to minor variations that may occur during manufacturing under production conditions, this product information is of a preliminary nature. For declaration purposes, please request a full product specification.</a:t>
            </a:r>
            <a:endParaRPr kumimoji="0" lang="de-DE" sz="650" b="0" i="0" u="none" strike="noStrike" kern="0" cap="none" spc="0" normalizeH="0" baseline="0" noProof="0" dirty="0">
              <a:ln>
                <a:noFill/>
              </a:ln>
              <a:solidFill>
                <a:schemeClr val="bg1"/>
              </a:solidFill>
              <a:effectLst/>
              <a:uLnTx/>
              <a:uFillTx/>
              <a:latin typeface="DINOT" panose="020B0504020101020102" pitchFamily="34" charset="0"/>
              <a:ea typeface="+mn-ea"/>
            </a:endParaRPr>
          </a:p>
        </p:txBody>
      </p:sp>
      <p:sp>
        <p:nvSpPr>
          <p:cNvPr id="2" name="Titelplatzhalter 1"/>
          <p:cNvSpPr>
            <a:spLocks noGrp="1"/>
          </p:cNvSpPr>
          <p:nvPr>
            <p:ph type="title"/>
          </p:nvPr>
        </p:nvSpPr>
        <p:spPr>
          <a:xfrm>
            <a:off x="163737" y="87734"/>
            <a:ext cx="9090529" cy="471517"/>
          </a:xfrm>
          <a:prstGeom prst="rect">
            <a:avLst/>
          </a:prstGeom>
        </p:spPr>
        <p:txBody>
          <a:bodyPr vert="horz" lIns="91440" tIns="45720" rIns="91440" bIns="45720" rtlCol="0" anchor="ctr">
            <a:normAutofit/>
          </a:bodyPr>
          <a:lstStyle/>
          <a:p>
            <a:r>
              <a:rPr lang="de-DE" dirty="0"/>
              <a:t>Titel durch Klicken hinzufügen</a:t>
            </a:r>
          </a:p>
        </p:txBody>
      </p:sp>
      <p:pic>
        <p:nvPicPr>
          <p:cNvPr id="4" name="Picture 2">
            <a:extLst>
              <a:ext uri="{FF2B5EF4-FFF2-40B4-BE49-F238E27FC236}">
                <a16:creationId xmlns:a16="http://schemas.microsoft.com/office/drawing/2014/main" id="{2D6CFA86-0554-9950-94E6-97BEFA18887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56802" y="12342"/>
            <a:ext cx="1442961"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0" r:id="rId1"/>
  </p:sldLayoutIdLst>
  <p:hf hdr="0" ftr="0" dt="0"/>
  <p:txStyles>
    <p:titleStyle>
      <a:lvl1pPr algn="l" defTabSz="1043005" rtl="0" eaLnBrk="1" fontAlgn="base" hangingPunct="1">
        <a:spcBef>
          <a:spcPct val="0"/>
        </a:spcBef>
        <a:spcAft>
          <a:spcPct val="0"/>
        </a:spcAft>
        <a:defRPr sz="2801" kern="1200" cap="all" baseline="0">
          <a:solidFill>
            <a:schemeClr val="bg1"/>
          </a:solidFill>
          <a:latin typeface="Franklin Gothic Demi" panose="020B0703020102020204" pitchFamily="34" charset="0"/>
          <a:ea typeface="Geneva" pitchFamily="121" charset="-128"/>
          <a:cs typeface="+mj-cs"/>
        </a:defRPr>
      </a:lvl1pPr>
      <a:lvl2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2pPr>
      <a:lvl3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3pPr>
      <a:lvl4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4pPr>
      <a:lvl5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5pPr>
      <a:lvl6pPr marL="457207"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6pPr>
      <a:lvl7pPr marL="914415"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7pPr>
      <a:lvl8pPr marL="1371622"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8pPr>
      <a:lvl9pPr marL="1828830"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9pPr>
    </p:titleStyle>
    <p:bodyStyle>
      <a:lvl1pPr marL="0" indent="0" algn="l" defTabSz="1043005" rtl="0" eaLnBrk="1" fontAlgn="base" hangingPunct="1">
        <a:lnSpc>
          <a:spcPct val="95000"/>
        </a:lnSpc>
        <a:spcBef>
          <a:spcPct val="0"/>
        </a:spcBef>
        <a:spcAft>
          <a:spcPts val="1200"/>
        </a:spcAft>
        <a:buClr>
          <a:schemeClr val="accent2"/>
        </a:buClr>
        <a:buFont typeface="Wingdings 3" panose="05040102010807070707" pitchFamily="18" charset="2"/>
        <a:buNone/>
        <a:defRPr sz="2400" kern="1200">
          <a:solidFill>
            <a:schemeClr val="tx1"/>
          </a:solidFill>
          <a:latin typeface="+mn-lt"/>
          <a:ea typeface="Geneva" pitchFamily="121" charset="-128"/>
          <a:cs typeface="+mn-cs"/>
        </a:defRPr>
      </a:lvl1pPr>
      <a:lvl2pPr marL="539758"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2pPr>
      <a:lvl3pPr marL="717561"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3pPr>
      <a:lvl4pPr marL="895364"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4pPr>
      <a:lvl5pPr marL="1079518" indent="-18415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5pPr>
      <a:lvl6pPr marL="2868450"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89987"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11523"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33060"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p:bodyStyle>
    <p:otherStyle>
      <a:defPPr>
        <a:defRPr lang="de-DE"/>
      </a:defPPr>
      <a:lvl1pPr marL="0" algn="l" defTabSz="1043073" rtl="0" eaLnBrk="1" latinLnBrk="0" hangingPunct="1">
        <a:defRPr sz="2100" kern="1200">
          <a:solidFill>
            <a:schemeClr val="tx1"/>
          </a:solidFill>
          <a:latin typeface="+mn-lt"/>
          <a:ea typeface="+mn-ea"/>
          <a:cs typeface="+mn-cs"/>
        </a:defRPr>
      </a:lvl1pPr>
      <a:lvl2pPr marL="521536" algn="l" defTabSz="1043073" rtl="0" eaLnBrk="1" latinLnBrk="0" hangingPunct="1">
        <a:defRPr sz="2100" kern="1200">
          <a:solidFill>
            <a:schemeClr val="tx1"/>
          </a:solidFill>
          <a:latin typeface="+mn-lt"/>
          <a:ea typeface="+mn-ea"/>
          <a:cs typeface="+mn-cs"/>
        </a:defRPr>
      </a:lvl2pPr>
      <a:lvl3pPr marL="1043073" algn="l" defTabSz="1043073" rtl="0" eaLnBrk="1" latinLnBrk="0" hangingPunct="1">
        <a:defRPr sz="2100" kern="1200">
          <a:solidFill>
            <a:schemeClr val="tx1"/>
          </a:solidFill>
          <a:latin typeface="+mn-lt"/>
          <a:ea typeface="+mn-ea"/>
          <a:cs typeface="+mn-cs"/>
        </a:defRPr>
      </a:lvl3pPr>
      <a:lvl4pPr marL="1564609" algn="l" defTabSz="1043073" rtl="0" eaLnBrk="1" latinLnBrk="0" hangingPunct="1">
        <a:defRPr sz="2100" kern="1200">
          <a:solidFill>
            <a:schemeClr val="tx1"/>
          </a:solidFill>
          <a:latin typeface="+mn-lt"/>
          <a:ea typeface="+mn-ea"/>
          <a:cs typeface="+mn-cs"/>
        </a:defRPr>
      </a:lvl4pPr>
      <a:lvl5pPr marL="2086146" algn="l" defTabSz="1043073" rtl="0" eaLnBrk="1" latinLnBrk="0" hangingPunct="1">
        <a:defRPr sz="2100" kern="1200">
          <a:solidFill>
            <a:schemeClr val="tx1"/>
          </a:solidFill>
          <a:latin typeface="+mn-lt"/>
          <a:ea typeface="+mn-ea"/>
          <a:cs typeface="+mn-cs"/>
        </a:defRPr>
      </a:lvl5pPr>
      <a:lvl6pPr marL="2607682" algn="l" defTabSz="1043073" rtl="0" eaLnBrk="1" latinLnBrk="0" hangingPunct="1">
        <a:defRPr sz="2100" kern="1200">
          <a:solidFill>
            <a:schemeClr val="tx1"/>
          </a:solidFill>
          <a:latin typeface="+mn-lt"/>
          <a:ea typeface="+mn-ea"/>
          <a:cs typeface="+mn-cs"/>
        </a:defRPr>
      </a:lvl6pPr>
      <a:lvl7pPr marL="3129219" algn="l" defTabSz="1043073" rtl="0" eaLnBrk="1" latinLnBrk="0" hangingPunct="1">
        <a:defRPr sz="2100" kern="1200">
          <a:solidFill>
            <a:schemeClr val="tx1"/>
          </a:solidFill>
          <a:latin typeface="+mn-lt"/>
          <a:ea typeface="+mn-ea"/>
          <a:cs typeface="+mn-cs"/>
        </a:defRPr>
      </a:lvl7pPr>
      <a:lvl8pPr marL="3650755" algn="l" defTabSz="1043073" rtl="0" eaLnBrk="1" latinLnBrk="0" hangingPunct="1">
        <a:defRPr sz="2100" kern="1200">
          <a:solidFill>
            <a:schemeClr val="tx1"/>
          </a:solidFill>
          <a:latin typeface="+mn-lt"/>
          <a:ea typeface="+mn-ea"/>
          <a:cs typeface="+mn-cs"/>
        </a:defRPr>
      </a:lvl8pPr>
      <a:lvl9pPr marL="4172292" algn="l" defTabSz="1043073" rtl="0" eaLnBrk="1" latinLnBrk="0" hangingPunct="1">
        <a:defRPr sz="2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46336103-EADF-9E1C-9950-1DD13D2BAED5}"/>
              </a:ext>
            </a:extLst>
          </p:cNvPr>
          <p:cNvSpPr/>
          <p:nvPr userDrawn="1"/>
        </p:nvSpPr>
        <p:spPr>
          <a:xfrm>
            <a:off x="5876" y="7020991"/>
            <a:ext cx="10799763" cy="540272"/>
          </a:xfrm>
          <a:prstGeom prst="rect">
            <a:avLst/>
          </a:prstGeom>
          <a:solidFill>
            <a:srgbClr val="E2BC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err="1">
              <a:solidFill>
                <a:schemeClr val="tx1"/>
              </a:solidFill>
            </a:endParaRPr>
          </a:p>
        </p:txBody>
      </p:sp>
      <p:sp>
        <p:nvSpPr>
          <p:cNvPr id="3" name="Rechteck 2"/>
          <p:cNvSpPr/>
          <p:nvPr userDrawn="1"/>
        </p:nvSpPr>
        <p:spPr>
          <a:xfrm>
            <a:off x="-1" y="0"/>
            <a:ext cx="10799763" cy="828092"/>
          </a:xfrm>
          <a:prstGeom prst="rect">
            <a:avLst/>
          </a:prstGeom>
          <a:solidFill>
            <a:srgbClr val="E2BC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err="1">
              <a:solidFill>
                <a:schemeClr val="tx1"/>
              </a:solidFill>
            </a:endParaRPr>
          </a:p>
        </p:txBody>
      </p:sp>
      <p:sp>
        <p:nvSpPr>
          <p:cNvPr id="16" name="Textfeld 15"/>
          <p:cNvSpPr txBox="1"/>
          <p:nvPr userDrawn="1"/>
        </p:nvSpPr>
        <p:spPr>
          <a:xfrm>
            <a:off x="1581857" y="7181141"/>
            <a:ext cx="7636045" cy="292388"/>
          </a:xfrm>
          <a:prstGeom prst="rect">
            <a:avLst/>
          </a:prstGeom>
          <a:noFill/>
          <a:ln>
            <a:solidFill>
              <a:srgbClr val="661C31"/>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50" b="0" i="0" u="none" strike="noStrike" kern="0" cap="none" spc="0" normalizeH="0" baseline="0" noProof="0" dirty="0">
                <a:ln>
                  <a:noFill/>
                </a:ln>
                <a:solidFill>
                  <a:srgbClr val="661C31"/>
                </a:solidFill>
                <a:effectLst/>
                <a:uLnTx/>
                <a:uFillTx/>
                <a:latin typeface="DINOT" panose="020B0504020101020102" pitchFamily="34" charset="0"/>
                <a:ea typeface="+mn-ea"/>
              </a:rPr>
              <a:t>The purpose of this product information is to describe a sample produced in the laboratory. Nutritional values are calculated. Due to minor variations that may occur during manufacturing under production conditions, this product information is of a preliminary nature. For declaration purposes, please request a full product specification.</a:t>
            </a:r>
            <a:endParaRPr kumimoji="0" lang="de-DE" sz="650" b="0" i="0" u="none" strike="noStrike" kern="0" cap="none" spc="0" normalizeH="0" baseline="0" noProof="0" dirty="0">
              <a:ln>
                <a:noFill/>
              </a:ln>
              <a:solidFill>
                <a:srgbClr val="661C31"/>
              </a:solidFill>
              <a:effectLst/>
              <a:uLnTx/>
              <a:uFillTx/>
              <a:latin typeface="DINOT" panose="020B0504020101020102" pitchFamily="34" charset="0"/>
              <a:ea typeface="+mn-ea"/>
            </a:endParaRPr>
          </a:p>
        </p:txBody>
      </p:sp>
      <p:sp>
        <p:nvSpPr>
          <p:cNvPr id="2" name="Titelplatzhalter 1"/>
          <p:cNvSpPr>
            <a:spLocks noGrp="1"/>
          </p:cNvSpPr>
          <p:nvPr>
            <p:ph type="title"/>
          </p:nvPr>
        </p:nvSpPr>
        <p:spPr>
          <a:xfrm>
            <a:off x="163737" y="87734"/>
            <a:ext cx="9090529" cy="471517"/>
          </a:xfrm>
          <a:prstGeom prst="rect">
            <a:avLst/>
          </a:prstGeom>
        </p:spPr>
        <p:txBody>
          <a:bodyPr vert="horz" lIns="91440" tIns="45720" rIns="91440" bIns="45720" rtlCol="0" anchor="ctr">
            <a:normAutofit/>
          </a:bodyPr>
          <a:lstStyle/>
          <a:p>
            <a:r>
              <a:rPr lang="de-DE" dirty="0"/>
              <a:t>Titel durch Klicken hinzufügen</a:t>
            </a:r>
          </a:p>
        </p:txBody>
      </p:sp>
      <p:pic>
        <p:nvPicPr>
          <p:cNvPr id="4" name="Picture 2">
            <a:extLst>
              <a:ext uri="{FF2B5EF4-FFF2-40B4-BE49-F238E27FC236}">
                <a16:creationId xmlns:a16="http://schemas.microsoft.com/office/drawing/2014/main" id="{2D6CFA86-0554-9950-94E6-97BEFA18887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56802" y="12342"/>
            <a:ext cx="1442961"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2700564"/>
      </p:ext>
    </p:extLst>
  </p:cSld>
  <p:clrMap bg1="lt1" tx1="dk1" bg2="lt2" tx2="dk2" accent1="accent1" accent2="accent2" accent3="accent3" accent4="accent4" accent5="accent5" accent6="accent6" hlink="hlink" folHlink="folHlink"/>
  <p:sldLayoutIdLst>
    <p:sldLayoutId id="2147483723" r:id="rId1"/>
  </p:sldLayoutIdLst>
  <p:hf hdr="0" ftr="0" dt="0"/>
  <p:txStyles>
    <p:titleStyle>
      <a:lvl1pPr algn="l" defTabSz="1043005" rtl="0" eaLnBrk="1" fontAlgn="base" hangingPunct="1">
        <a:spcBef>
          <a:spcPct val="0"/>
        </a:spcBef>
        <a:spcAft>
          <a:spcPct val="0"/>
        </a:spcAft>
        <a:defRPr sz="2801" kern="1200" cap="all" baseline="0">
          <a:solidFill>
            <a:srgbClr val="661C31"/>
          </a:solidFill>
          <a:latin typeface="Franklin Gothic Demi" panose="020B0703020102020204" pitchFamily="34" charset="0"/>
          <a:ea typeface="Geneva" pitchFamily="121" charset="-128"/>
          <a:cs typeface="+mj-cs"/>
        </a:defRPr>
      </a:lvl1pPr>
      <a:lvl2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2pPr>
      <a:lvl3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3pPr>
      <a:lvl4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4pPr>
      <a:lvl5pPr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5pPr>
      <a:lvl6pPr marL="457207"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6pPr>
      <a:lvl7pPr marL="914415"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7pPr>
      <a:lvl8pPr marL="1371622"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8pPr>
      <a:lvl9pPr marL="1828830" algn="l" defTabSz="1043005" rtl="0" eaLnBrk="1" fontAlgn="base" hangingPunct="1">
        <a:spcBef>
          <a:spcPct val="0"/>
        </a:spcBef>
        <a:spcAft>
          <a:spcPct val="0"/>
        </a:spcAft>
        <a:defRPr sz="2801">
          <a:solidFill>
            <a:schemeClr val="tx1"/>
          </a:solidFill>
          <a:latin typeface="DINOT-Bold" pitchFamily="121" charset="0"/>
          <a:ea typeface="Geneva" pitchFamily="121" charset="-128"/>
        </a:defRPr>
      </a:lvl9pPr>
    </p:titleStyle>
    <p:bodyStyle>
      <a:lvl1pPr marL="0" indent="0" algn="l" defTabSz="1043005" rtl="0" eaLnBrk="1" fontAlgn="base" hangingPunct="1">
        <a:lnSpc>
          <a:spcPct val="95000"/>
        </a:lnSpc>
        <a:spcBef>
          <a:spcPct val="0"/>
        </a:spcBef>
        <a:spcAft>
          <a:spcPts val="1200"/>
        </a:spcAft>
        <a:buClr>
          <a:schemeClr val="accent2"/>
        </a:buClr>
        <a:buFont typeface="Wingdings 3" panose="05040102010807070707" pitchFamily="18" charset="2"/>
        <a:buNone/>
        <a:defRPr sz="2400" kern="1200">
          <a:solidFill>
            <a:schemeClr val="tx1"/>
          </a:solidFill>
          <a:latin typeface="+mn-lt"/>
          <a:ea typeface="Geneva" pitchFamily="121" charset="-128"/>
          <a:cs typeface="+mn-cs"/>
        </a:defRPr>
      </a:lvl1pPr>
      <a:lvl2pPr marL="539758"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2pPr>
      <a:lvl3pPr marL="717561"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3pPr>
      <a:lvl4pPr marL="895364" indent="-17780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4pPr>
      <a:lvl5pPr marL="1079518" indent="-184153" algn="l" defTabSz="1043005" rtl="0" eaLnBrk="1" fontAlgn="base" hangingPunct="1">
        <a:lnSpc>
          <a:spcPct val="95000"/>
        </a:lnSpc>
        <a:spcBef>
          <a:spcPct val="0"/>
        </a:spcBef>
        <a:spcAft>
          <a:spcPts val="1200"/>
        </a:spcAft>
        <a:buFont typeface="Arial" panose="020B0604020202020204" pitchFamily="34" charset="0"/>
        <a:buChar char="•"/>
        <a:defRPr sz="2400" kern="1200">
          <a:solidFill>
            <a:schemeClr val="tx1"/>
          </a:solidFill>
          <a:latin typeface="+mn-lt"/>
          <a:ea typeface="Geneva" pitchFamily="121" charset="-128"/>
          <a:cs typeface="+mn-cs"/>
        </a:defRPr>
      </a:lvl5pPr>
      <a:lvl6pPr marL="2868450"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89987"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11523"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33060" indent="-260768" algn="l" defTabSz="1043073"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p:bodyStyle>
    <p:otherStyle>
      <a:defPPr>
        <a:defRPr lang="de-DE"/>
      </a:defPPr>
      <a:lvl1pPr marL="0" algn="l" defTabSz="1043073" rtl="0" eaLnBrk="1" latinLnBrk="0" hangingPunct="1">
        <a:defRPr sz="2100" kern="1200">
          <a:solidFill>
            <a:schemeClr val="tx1"/>
          </a:solidFill>
          <a:latin typeface="+mn-lt"/>
          <a:ea typeface="+mn-ea"/>
          <a:cs typeface="+mn-cs"/>
        </a:defRPr>
      </a:lvl1pPr>
      <a:lvl2pPr marL="521536" algn="l" defTabSz="1043073" rtl="0" eaLnBrk="1" latinLnBrk="0" hangingPunct="1">
        <a:defRPr sz="2100" kern="1200">
          <a:solidFill>
            <a:schemeClr val="tx1"/>
          </a:solidFill>
          <a:latin typeface="+mn-lt"/>
          <a:ea typeface="+mn-ea"/>
          <a:cs typeface="+mn-cs"/>
        </a:defRPr>
      </a:lvl2pPr>
      <a:lvl3pPr marL="1043073" algn="l" defTabSz="1043073" rtl="0" eaLnBrk="1" latinLnBrk="0" hangingPunct="1">
        <a:defRPr sz="2100" kern="1200">
          <a:solidFill>
            <a:schemeClr val="tx1"/>
          </a:solidFill>
          <a:latin typeface="+mn-lt"/>
          <a:ea typeface="+mn-ea"/>
          <a:cs typeface="+mn-cs"/>
        </a:defRPr>
      </a:lvl3pPr>
      <a:lvl4pPr marL="1564609" algn="l" defTabSz="1043073" rtl="0" eaLnBrk="1" latinLnBrk="0" hangingPunct="1">
        <a:defRPr sz="2100" kern="1200">
          <a:solidFill>
            <a:schemeClr val="tx1"/>
          </a:solidFill>
          <a:latin typeface="+mn-lt"/>
          <a:ea typeface="+mn-ea"/>
          <a:cs typeface="+mn-cs"/>
        </a:defRPr>
      </a:lvl4pPr>
      <a:lvl5pPr marL="2086146" algn="l" defTabSz="1043073" rtl="0" eaLnBrk="1" latinLnBrk="0" hangingPunct="1">
        <a:defRPr sz="2100" kern="1200">
          <a:solidFill>
            <a:schemeClr val="tx1"/>
          </a:solidFill>
          <a:latin typeface="+mn-lt"/>
          <a:ea typeface="+mn-ea"/>
          <a:cs typeface="+mn-cs"/>
        </a:defRPr>
      </a:lvl5pPr>
      <a:lvl6pPr marL="2607682" algn="l" defTabSz="1043073" rtl="0" eaLnBrk="1" latinLnBrk="0" hangingPunct="1">
        <a:defRPr sz="2100" kern="1200">
          <a:solidFill>
            <a:schemeClr val="tx1"/>
          </a:solidFill>
          <a:latin typeface="+mn-lt"/>
          <a:ea typeface="+mn-ea"/>
          <a:cs typeface="+mn-cs"/>
        </a:defRPr>
      </a:lvl6pPr>
      <a:lvl7pPr marL="3129219" algn="l" defTabSz="1043073" rtl="0" eaLnBrk="1" latinLnBrk="0" hangingPunct="1">
        <a:defRPr sz="2100" kern="1200">
          <a:solidFill>
            <a:schemeClr val="tx1"/>
          </a:solidFill>
          <a:latin typeface="+mn-lt"/>
          <a:ea typeface="+mn-ea"/>
          <a:cs typeface="+mn-cs"/>
        </a:defRPr>
      </a:lvl7pPr>
      <a:lvl8pPr marL="3650755" algn="l" defTabSz="1043073" rtl="0" eaLnBrk="1" latinLnBrk="0" hangingPunct="1">
        <a:defRPr sz="2100" kern="1200">
          <a:solidFill>
            <a:schemeClr val="tx1"/>
          </a:solidFill>
          <a:latin typeface="+mn-lt"/>
          <a:ea typeface="+mn-ea"/>
          <a:cs typeface="+mn-cs"/>
        </a:defRPr>
      </a:lvl8pPr>
      <a:lvl9pPr marL="4172292" algn="l" defTabSz="1043073"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a:xfrm>
            <a:off x="53181" y="-11021"/>
            <a:ext cx="9865096" cy="760081"/>
          </a:xfrm>
        </p:spPr>
        <p:txBody>
          <a:bodyPr>
            <a:noAutofit/>
          </a:bodyPr>
          <a:lstStyle/>
          <a:p>
            <a:r>
              <a:rPr lang="de-DE" sz="1800" dirty="0" err="1"/>
              <a:t>muesli</a:t>
            </a:r>
            <a:r>
              <a:rPr lang="de-DE" sz="1800" dirty="0"/>
              <a:t> bar </a:t>
            </a:r>
            <a:r>
              <a:rPr lang="de-DE" sz="1800" dirty="0" err="1"/>
              <a:t>with</a:t>
            </a:r>
            <a:r>
              <a:rPr lang="de-DE" sz="1800" dirty="0"/>
              <a:t> </a:t>
            </a:r>
            <a:r>
              <a:rPr lang="de-DE" sz="1800" dirty="0" err="1"/>
              <a:t>whole</a:t>
            </a:r>
            <a:r>
              <a:rPr lang="de-DE" sz="1800" dirty="0"/>
              <a:t> milk </a:t>
            </a:r>
            <a:r>
              <a:rPr lang="de-DE" sz="1800" dirty="0" err="1"/>
              <a:t>chocolate</a:t>
            </a:r>
            <a:r>
              <a:rPr lang="de-DE" sz="1800" dirty="0"/>
              <a:t> and </a:t>
            </a:r>
            <a:r>
              <a:rPr lang="de-DE" sz="1800" dirty="0" err="1"/>
              <a:t>banana</a:t>
            </a:r>
            <a:r>
              <a:rPr lang="de-DE" sz="1800" dirty="0"/>
              <a:t> (</a:t>
            </a:r>
            <a:r>
              <a:rPr lang="de-DE" sz="1800" dirty="0" err="1"/>
              <a:t>fts</a:t>
            </a:r>
            <a:r>
              <a:rPr lang="de-DE" sz="1800" dirty="0"/>
              <a:t>)</a:t>
            </a:r>
            <a:br>
              <a:rPr lang="de-DE" sz="1800" dirty="0"/>
            </a:br>
            <a:r>
              <a:rPr lang="de-DE" sz="1800" dirty="0"/>
              <a:t>REF.: 000004010807</a:t>
            </a:r>
            <a:endParaRPr lang="de-DE" sz="1800" dirty="0">
              <a:latin typeface="DINOT-Bold" panose="020B0804020101020102" pitchFamily="34" charset="0"/>
              <a:cs typeface="Calibri" panose="020F0502020204030204" pitchFamily="34" charset="0"/>
            </a:endParaRPr>
          </a:p>
        </p:txBody>
      </p:sp>
      <p:graphicFrame>
        <p:nvGraphicFramePr>
          <p:cNvPr id="15" name="Tabelle 14">
            <a:extLst>
              <a:ext uri="{FF2B5EF4-FFF2-40B4-BE49-F238E27FC236}">
                <a16:creationId xmlns:a16="http://schemas.microsoft.com/office/drawing/2014/main" id="{246CA7D5-3C48-989F-D291-CEEB186B289C}"/>
              </a:ext>
            </a:extLst>
          </p:cNvPr>
          <p:cNvGraphicFramePr>
            <a:graphicFrameLocks noGrp="1"/>
          </p:cNvGraphicFramePr>
          <p:nvPr>
            <p:extLst>
              <p:ext uri="{D42A27DB-BD31-4B8C-83A1-F6EECF244321}">
                <p14:modId xmlns:p14="http://schemas.microsoft.com/office/powerpoint/2010/main" val="3280343655"/>
              </p:ext>
            </p:extLst>
          </p:nvPr>
        </p:nvGraphicFramePr>
        <p:xfrm>
          <a:off x="6485404" y="5637585"/>
          <a:ext cx="3960440" cy="502116"/>
        </p:xfrm>
        <a:graphic>
          <a:graphicData uri="http://schemas.openxmlformats.org/drawingml/2006/table">
            <a:tbl>
              <a:tblPr firstRow="1" bandRow="1"/>
              <a:tblGrid>
                <a:gridCol w="3960440">
                  <a:extLst>
                    <a:ext uri="{9D8B030D-6E8A-4147-A177-3AD203B41FA5}">
                      <a16:colId xmlns:a16="http://schemas.microsoft.com/office/drawing/2014/main" val="20000"/>
                    </a:ext>
                  </a:extLst>
                </a:gridCol>
              </a:tblGrid>
              <a:tr h="169404">
                <a:tc>
                  <a:txBody>
                    <a:bodyPr/>
                    <a:lstStyle>
                      <a:lvl1pPr marL="0" algn="l" defTabSz="1008126" rtl="0" eaLnBrk="1" latinLnBrk="0" hangingPunct="1">
                        <a:defRPr sz="1985" b="1" kern="1200">
                          <a:solidFill>
                            <a:schemeClr val="lt1"/>
                          </a:solidFill>
                          <a:latin typeface="DINOT"/>
                        </a:defRPr>
                      </a:lvl1pPr>
                      <a:lvl2pPr marL="504063" algn="l" defTabSz="1008126" rtl="0" eaLnBrk="1" latinLnBrk="0" hangingPunct="1">
                        <a:defRPr sz="1985" b="1" kern="1200">
                          <a:solidFill>
                            <a:schemeClr val="lt1"/>
                          </a:solidFill>
                          <a:latin typeface="DINOT"/>
                        </a:defRPr>
                      </a:lvl2pPr>
                      <a:lvl3pPr marL="1008126" algn="l" defTabSz="1008126" rtl="0" eaLnBrk="1" latinLnBrk="0" hangingPunct="1">
                        <a:defRPr sz="1985" b="1" kern="1200">
                          <a:solidFill>
                            <a:schemeClr val="lt1"/>
                          </a:solidFill>
                          <a:latin typeface="DINOT"/>
                        </a:defRPr>
                      </a:lvl3pPr>
                      <a:lvl4pPr marL="1512189" algn="l" defTabSz="1008126" rtl="0" eaLnBrk="1" latinLnBrk="0" hangingPunct="1">
                        <a:defRPr sz="1985" b="1" kern="1200">
                          <a:solidFill>
                            <a:schemeClr val="lt1"/>
                          </a:solidFill>
                          <a:latin typeface="DINOT"/>
                        </a:defRPr>
                      </a:lvl4pPr>
                      <a:lvl5pPr marL="2016252" algn="l" defTabSz="1008126" rtl="0" eaLnBrk="1" latinLnBrk="0" hangingPunct="1">
                        <a:defRPr sz="1985" b="1" kern="1200">
                          <a:solidFill>
                            <a:schemeClr val="lt1"/>
                          </a:solidFill>
                          <a:latin typeface="DINOT"/>
                        </a:defRPr>
                      </a:lvl5pPr>
                      <a:lvl6pPr marL="2520315" algn="l" defTabSz="1008126" rtl="0" eaLnBrk="1" latinLnBrk="0" hangingPunct="1">
                        <a:defRPr sz="1985" b="1" kern="1200">
                          <a:solidFill>
                            <a:schemeClr val="lt1"/>
                          </a:solidFill>
                          <a:latin typeface="DINOT"/>
                        </a:defRPr>
                      </a:lvl6pPr>
                      <a:lvl7pPr marL="3024378" algn="l" defTabSz="1008126" rtl="0" eaLnBrk="1" latinLnBrk="0" hangingPunct="1">
                        <a:defRPr sz="1985" b="1" kern="1200">
                          <a:solidFill>
                            <a:schemeClr val="lt1"/>
                          </a:solidFill>
                          <a:latin typeface="DINOT"/>
                        </a:defRPr>
                      </a:lvl7pPr>
                      <a:lvl8pPr marL="3528441" algn="l" defTabSz="1008126" rtl="0" eaLnBrk="1" latinLnBrk="0" hangingPunct="1">
                        <a:defRPr sz="1985" b="1" kern="1200">
                          <a:solidFill>
                            <a:schemeClr val="lt1"/>
                          </a:solidFill>
                          <a:latin typeface="DINOT"/>
                        </a:defRPr>
                      </a:lvl8pPr>
                      <a:lvl9pPr marL="4032504" algn="l" defTabSz="1008126" rtl="0" eaLnBrk="1" latinLnBrk="0" hangingPunct="1">
                        <a:defRPr sz="1985" b="1" kern="1200">
                          <a:solidFill>
                            <a:schemeClr val="lt1"/>
                          </a:solidFill>
                          <a:latin typeface="DINOT"/>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900" b="1" kern="1200" dirty="0">
                          <a:solidFill>
                            <a:schemeClr val="bg1"/>
                          </a:solidFill>
                          <a:latin typeface="Franklin Gothic Book" panose="020B0503020102020204" pitchFamily="34" charset="0"/>
                          <a:ea typeface="+mn-ea"/>
                          <a:cs typeface="+mn-cs"/>
                        </a:rPr>
                        <a:t>Claims :</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1C31"/>
                    </a:solidFill>
                  </a:tcPr>
                </a:tc>
                <a:extLst>
                  <a:ext uri="{0D108BD9-81ED-4DB2-BD59-A6C34878D82A}">
                    <a16:rowId xmlns:a16="http://schemas.microsoft.com/office/drawing/2014/main" val="10000"/>
                  </a:ext>
                </a:extLst>
              </a:tr>
              <a:tr h="273516">
                <a:tc>
                  <a:txBody>
                    <a:bodyPr/>
                    <a:lstStyle>
                      <a:lvl1pPr marL="0" algn="l" defTabSz="1008126" rtl="0" eaLnBrk="1" latinLnBrk="0" hangingPunct="1">
                        <a:defRPr sz="1985" kern="1200">
                          <a:solidFill>
                            <a:schemeClr val="dk1"/>
                          </a:solidFill>
                          <a:latin typeface="DINOT"/>
                        </a:defRPr>
                      </a:lvl1pPr>
                      <a:lvl2pPr marL="504063" algn="l" defTabSz="1008126" rtl="0" eaLnBrk="1" latinLnBrk="0" hangingPunct="1">
                        <a:defRPr sz="1985" kern="1200">
                          <a:solidFill>
                            <a:schemeClr val="dk1"/>
                          </a:solidFill>
                          <a:latin typeface="DINOT"/>
                        </a:defRPr>
                      </a:lvl2pPr>
                      <a:lvl3pPr marL="1008126" algn="l" defTabSz="1008126" rtl="0" eaLnBrk="1" latinLnBrk="0" hangingPunct="1">
                        <a:defRPr sz="1985" kern="1200">
                          <a:solidFill>
                            <a:schemeClr val="dk1"/>
                          </a:solidFill>
                          <a:latin typeface="DINOT"/>
                        </a:defRPr>
                      </a:lvl3pPr>
                      <a:lvl4pPr marL="1512189" algn="l" defTabSz="1008126" rtl="0" eaLnBrk="1" latinLnBrk="0" hangingPunct="1">
                        <a:defRPr sz="1985" kern="1200">
                          <a:solidFill>
                            <a:schemeClr val="dk1"/>
                          </a:solidFill>
                          <a:latin typeface="DINOT"/>
                        </a:defRPr>
                      </a:lvl4pPr>
                      <a:lvl5pPr marL="2016252" algn="l" defTabSz="1008126" rtl="0" eaLnBrk="1" latinLnBrk="0" hangingPunct="1">
                        <a:defRPr sz="1985" kern="1200">
                          <a:solidFill>
                            <a:schemeClr val="dk1"/>
                          </a:solidFill>
                          <a:latin typeface="DINOT"/>
                        </a:defRPr>
                      </a:lvl5pPr>
                      <a:lvl6pPr marL="2520315" algn="l" defTabSz="1008126" rtl="0" eaLnBrk="1" latinLnBrk="0" hangingPunct="1">
                        <a:defRPr sz="1985" kern="1200">
                          <a:solidFill>
                            <a:schemeClr val="dk1"/>
                          </a:solidFill>
                          <a:latin typeface="DINOT"/>
                        </a:defRPr>
                      </a:lvl6pPr>
                      <a:lvl7pPr marL="3024378" algn="l" defTabSz="1008126" rtl="0" eaLnBrk="1" latinLnBrk="0" hangingPunct="1">
                        <a:defRPr sz="1985" kern="1200">
                          <a:solidFill>
                            <a:schemeClr val="dk1"/>
                          </a:solidFill>
                          <a:latin typeface="DINOT"/>
                        </a:defRPr>
                      </a:lvl7pPr>
                      <a:lvl8pPr marL="3528441" algn="l" defTabSz="1008126" rtl="0" eaLnBrk="1" latinLnBrk="0" hangingPunct="1">
                        <a:defRPr sz="1985" kern="1200">
                          <a:solidFill>
                            <a:schemeClr val="dk1"/>
                          </a:solidFill>
                          <a:latin typeface="DINOT"/>
                        </a:defRPr>
                      </a:lvl8pPr>
                      <a:lvl9pPr marL="4032504" algn="l" defTabSz="1008126" rtl="0" eaLnBrk="1" latinLnBrk="0" hangingPunct="1">
                        <a:defRPr sz="1985" kern="1200">
                          <a:solidFill>
                            <a:schemeClr val="dk1"/>
                          </a:solidFill>
                          <a:latin typeface="DINOT"/>
                        </a:defRPr>
                      </a:lvl9pPr>
                    </a:lstStyle>
                    <a:p>
                      <a:pPr marL="171450" marR="0" lvl="0" indent="-171450" algn="l" defTabSz="104307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de-DE" sz="800" kern="1200" dirty="0">
                        <a:solidFill>
                          <a:srgbClr val="661C31"/>
                        </a:solidFill>
                        <a:latin typeface="Franklin Gothic Book" panose="020B0503020102020204" pitchFamily="34" charset="0"/>
                        <a:ea typeface="+mn-ea"/>
                        <a:cs typeface="+mn-cs"/>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bl>
          </a:graphicData>
        </a:graphic>
      </p:graphicFrame>
      <p:pic>
        <p:nvPicPr>
          <p:cNvPr id="19" name="Grafik 18">
            <a:extLst>
              <a:ext uri="{FF2B5EF4-FFF2-40B4-BE49-F238E27FC236}">
                <a16:creationId xmlns:a16="http://schemas.microsoft.com/office/drawing/2014/main" id="{4674B748-899F-F2C8-EE69-C25304821B8B}"/>
              </a:ext>
            </a:extLst>
          </p:cNvPr>
          <p:cNvPicPr>
            <a:picLocks noChangeAspect="1"/>
          </p:cNvPicPr>
          <p:nvPr/>
        </p:nvPicPr>
        <p:blipFill rotWithShape="1">
          <a:blip r:embed="rId3"/>
          <a:srcRect l="7115" r="4878"/>
          <a:stretch/>
        </p:blipFill>
        <p:spPr>
          <a:xfrm>
            <a:off x="0" y="889068"/>
            <a:ext cx="1984345" cy="6066835"/>
          </a:xfrm>
          <a:prstGeom prst="rect">
            <a:avLst/>
          </a:prstGeom>
          <a:ln>
            <a:noFill/>
          </a:ln>
          <a:effectLst>
            <a:softEdge rad="165100"/>
          </a:effectLst>
        </p:spPr>
      </p:pic>
      <p:graphicFrame>
        <p:nvGraphicFramePr>
          <p:cNvPr id="22" name="Tabelle 21">
            <a:extLst>
              <a:ext uri="{FF2B5EF4-FFF2-40B4-BE49-F238E27FC236}">
                <a16:creationId xmlns:a16="http://schemas.microsoft.com/office/drawing/2014/main" id="{5408E5B8-BA28-B652-0F9A-226FF37A5020}"/>
              </a:ext>
            </a:extLst>
          </p:cNvPr>
          <p:cNvGraphicFramePr>
            <a:graphicFrameLocks noGrp="1"/>
          </p:cNvGraphicFramePr>
          <p:nvPr>
            <p:extLst>
              <p:ext uri="{D42A27DB-BD31-4B8C-83A1-F6EECF244321}">
                <p14:modId xmlns:p14="http://schemas.microsoft.com/office/powerpoint/2010/main" val="3301809872"/>
              </p:ext>
            </p:extLst>
          </p:nvPr>
        </p:nvGraphicFramePr>
        <p:xfrm>
          <a:off x="2128091" y="5888643"/>
          <a:ext cx="3960438" cy="656280"/>
        </p:xfrm>
        <a:graphic>
          <a:graphicData uri="http://schemas.openxmlformats.org/drawingml/2006/table">
            <a:tbl>
              <a:tblPr firstRow="1" bandRow="1"/>
              <a:tblGrid>
                <a:gridCol w="3960438">
                  <a:extLst>
                    <a:ext uri="{9D8B030D-6E8A-4147-A177-3AD203B41FA5}">
                      <a16:colId xmlns:a16="http://schemas.microsoft.com/office/drawing/2014/main" val="20000"/>
                    </a:ext>
                  </a:extLst>
                </a:gridCol>
              </a:tblGrid>
              <a:tr h="244800">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900" b="1" kern="1200" dirty="0">
                          <a:solidFill>
                            <a:schemeClr val="bg1"/>
                          </a:solidFill>
                          <a:latin typeface="Franklin Gothic Book" panose="020B0503020102020204" pitchFamily="34" charset="0"/>
                          <a:ea typeface="+mn-ea"/>
                          <a:cs typeface="+mn-cs"/>
                        </a:rPr>
                        <a:t>Allergen </a:t>
                      </a:r>
                      <a:r>
                        <a:rPr lang="de-DE" sz="900" b="1" kern="1200" dirty="0" err="1">
                          <a:solidFill>
                            <a:schemeClr val="bg1"/>
                          </a:solidFill>
                          <a:latin typeface="Franklin Gothic Book" panose="020B0503020102020204" pitchFamily="34" charset="0"/>
                          <a:ea typeface="+mn-ea"/>
                          <a:cs typeface="+mn-cs"/>
                        </a:rPr>
                        <a:t>information</a:t>
                      </a:r>
                      <a:r>
                        <a:rPr lang="de-DE" sz="900" b="1" kern="1200" dirty="0">
                          <a:solidFill>
                            <a:schemeClr val="bg1"/>
                          </a:solidFill>
                          <a:latin typeface="Franklin Gothic Book" panose="020B0503020102020204" pitchFamily="34" charset="0"/>
                          <a:ea typeface="+mn-ea"/>
                          <a:cs typeface="+mn-cs"/>
                        </a:rPr>
                        <a:t> :</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661C31"/>
                    </a:solidFill>
                  </a:tcPr>
                </a:tc>
                <a:extLst>
                  <a:ext uri="{0D108BD9-81ED-4DB2-BD59-A6C34878D82A}">
                    <a16:rowId xmlns:a16="http://schemas.microsoft.com/office/drawing/2014/main" val="3923637370"/>
                  </a:ext>
                </a:extLst>
              </a:tr>
              <a:tr h="332059">
                <a:tc>
                  <a:txBody>
                    <a:bodyPr/>
                    <a:lstStyle>
                      <a:lvl1pPr marL="0" algn="l" defTabSz="1008126" rtl="0" eaLnBrk="1" latinLnBrk="0" hangingPunct="1">
                        <a:defRPr sz="1985" kern="1200">
                          <a:solidFill>
                            <a:schemeClr val="dk1"/>
                          </a:solidFill>
                          <a:latin typeface="DINOT"/>
                        </a:defRPr>
                      </a:lvl1pPr>
                      <a:lvl2pPr marL="504063" algn="l" defTabSz="1008126" rtl="0" eaLnBrk="1" latinLnBrk="0" hangingPunct="1">
                        <a:defRPr sz="1985" kern="1200">
                          <a:solidFill>
                            <a:schemeClr val="dk1"/>
                          </a:solidFill>
                          <a:latin typeface="DINOT"/>
                        </a:defRPr>
                      </a:lvl2pPr>
                      <a:lvl3pPr marL="1008126" algn="l" defTabSz="1008126" rtl="0" eaLnBrk="1" latinLnBrk="0" hangingPunct="1">
                        <a:defRPr sz="1985" kern="1200">
                          <a:solidFill>
                            <a:schemeClr val="dk1"/>
                          </a:solidFill>
                          <a:latin typeface="DINOT"/>
                        </a:defRPr>
                      </a:lvl3pPr>
                      <a:lvl4pPr marL="1512189" algn="l" defTabSz="1008126" rtl="0" eaLnBrk="1" latinLnBrk="0" hangingPunct="1">
                        <a:defRPr sz="1985" kern="1200">
                          <a:solidFill>
                            <a:schemeClr val="dk1"/>
                          </a:solidFill>
                          <a:latin typeface="DINOT"/>
                        </a:defRPr>
                      </a:lvl4pPr>
                      <a:lvl5pPr marL="2016252" algn="l" defTabSz="1008126" rtl="0" eaLnBrk="1" latinLnBrk="0" hangingPunct="1">
                        <a:defRPr sz="1985" kern="1200">
                          <a:solidFill>
                            <a:schemeClr val="dk1"/>
                          </a:solidFill>
                          <a:latin typeface="DINOT"/>
                        </a:defRPr>
                      </a:lvl5pPr>
                      <a:lvl6pPr marL="2520315" algn="l" defTabSz="1008126" rtl="0" eaLnBrk="1" latinLnBrk="0" hangingPunct="1">
                        <a:defRPr sz="1985" kern="1200">
                          <a:solidFill>
                            <a:schemeClr val="dk1"/>
                          </a:solidFill>
                          <a:latin typeface="DINOT"/>
                        </a:defRPr>
                      </a:lvl6pPr>
                      <a:lvl7pPr marL="3024378" algn="l" defTabSz="1008126" rtl="0" eaLnBrk="1" latinLnBrk="0" hangingPunct="1">
                        <a:defRPr sz="1985" kern="1200">
                          <a:solidFill>
                            <a:schemeClr val="dk1"/>
                          </a:solidFill>
                          <a:latin typeface="DINOT"/>
                        </a:defRPr>
                      </a:lvl7pPr>
                      <a:lvl8pPr marL="3528441" algn="l" defTabSz="1008126" rtl="0" eaLnBrk="1" latinLnBrk="0" hangingPunct="1">
                        <a:defRPr sz="1985" kern="1200">
                          <a:solidFill>
                            <a:schemeClr val="dk1"/>
                          </a:solidFill>
                          <a:latin typeface="DINOT"/>
                        </a:defRPr>
                      </a:lvl8pPr>
                      <a:lvl9pPr marL="4032504" algn="l" defTabSz="1008126" rtl="0" eaLnBrk="1" latinLnBrk="0" hangingPunct="1">
                        <a:defRPr sz="1985" kern="1200">
                          <a:solidFill>
                            <a:schemeClr val="dk1"/>
                          </a:solidFill>
                          <a:latin typeface="DINOT"/>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en-GB" sz="700" kern="1200" dirty="0">
                          <a:solidFill>
                            <a:srgbClr val="661C31"/>
                          </a:solidFill>
                          <a:latin typeface="Franklin Gothic Book" panose="020B0503020102020204" pitchFamily="34" charset="0"/>
                          <a:ea typeface="+mn-ea"/>
                          <a:cs typeface="+mn-cs"/>
                        </a:rPr>
                        <a:t>Contains allergens according to the list of ingredients. </a:t>
                      </a:r>
                      <a:r>
                        <a:rPr lang="en-US" sz="700" kern="1200" dirty="0">
                          <a:solidFill>
                            <a:srgbClr val="661C31"/>
                          </a:solidFill>
                          <a:latin typeface="Franklin Gothic Book" panose="020B0503020102020204" pitchFamily="34" charset="0"/>
                          <a:ea typeface="+mn-ea"/>
                          <a:cs typeface="+mn-cs"/>
                        </a:rPr>
                        <a:t>Manufactured in a facility </a:t>
                      </a:r>
                      <a:r>
                        <a:rPr lang="en-GB" sz="700" kern="1200" dirty="0">
                          <a:solidFill>
                            <a:srgbClr val="661C31"/>
                          </a:solidFill>
                          <a:latin typeface="Franklin Gothic Book" panose="020B0503020102020204" pitchFamily="34" charset="0"/>
                          <a:ea typeface="+mn-ea"/>
                          <a:cs typeface="+mn-cs"/>
                        </a:rPr>
                        <a:t>where the following allergens are present</a:t>
                      </a:r>
                      <a:r>
                        <a:rPr lang="en-US" sz="700" kern="1200" dirty="0">
                          <a:solidFill>
                            <a:srgbClr val="661C31"/>
                          </a:solidFill>
                          <a:latin typeface="Franklin Gothic Book" panose="020B0503020102020204" pitchFamily="34" charset="0"/>
                          <a:ea typeface="+mn-ea"/>
                          <a:cs typeface="+mn-cs"/>
                        </a:rPr>
                        <a:t>: cereals containing gluten, peanuts, sesame, nuts, milk and soya products, mustard, lupin.</a:t>
                      </a:r>
                      <a:endParaRPr lang="de-DE" sz="700" kern="1200" dirty="0">
                        <a:solidFill>
                          <a:srgbClr val="661C31"/>
                        </a:solidFill>
                        <a:latin typeface="Franklin Gothic Book" panose="020B0503020102020204" pitchFamily="34" charset="0"/>
                        <a:ea typeface="+mn-ea"/>
                        <a:cs typeface="+mn-cs"/>
                      </a:endParaRPr>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0"/>
                  </a:ext>
                </a:extLst>
              </a:tr>
            </a:tbl>
          </a:graphicData>
        </a:graphic>
      </p:graphicFrame>
      <p:graphicFrame>
        <p:nvGraphicFramePr>
          <p:cNvPr id="24" name="Tabelle 23">
            <a:extLst>
              <a:ext uri="{FF2B5EF4-FFF2-40B4-BE49-F238E27FC236}">
                <a16:creationId xmlns:a16="http://schemas.microsoft.com/office/drawing/2014/main" id="{DFFF3101-60D1-6AE4-006A-14744CD893FF}"/>
              </a:ext>
            </a:extLst>
          </p:cNvPr>
          <p:cNvGraphicFramePr>
            <a:graphicFrameLocks noGrp="1"/>
          </p:cNvGraphicFramePr>
          <p:nvPr>
            <p:extLst>
              <p:ext uri="{D42A27DB-BD31-4B8C-83A1-F6EECF244321}">
                <p14:modId xmlns:p14="http://schemas.microsoft.com/office/powerpoint/2010/main" val="1311767109"/>
              </p:ext>
            </p:extLst>
          </p:nvPr>
        </p:nvGraphicFramePr>
        <p:xfrm>
          <a:off x="6517861" y="3673628"/>
          <a:ext cx="3960438" cy="1874226"/>
        </p:xfrm>
        <a:graphic>
          <a:graphicData uri="http://schemas.openxmlformats.org/drawingml/2006/table">
            <a:tbl>
              <a:tblPr firstRow="1" bandRow="1"/>
              <a:tblGrid>
                <a:gridCol w="1613512">
                  <a:extLst>
                    <a:ext uri="{9D8B030D-6E8A-4147-A177-3AD203B41FA5}">
                      <a16:colId xmlns:a16="http://schemas.microsoft.com/office/drawing/2014/main" val="20000"/>
                    </a:ext>
                  </a:extLst>
                </a:gridCol>
                <a:gridCol w="1084932">
                  <a:extLst>
                    <a:ext uri="{9D8B030D-6E8A-4147-A177-3AD203B41FA5}">
                      <a16:colId xmlns:a16="http://schemas.microsoft.com/office/drawing/2014/main" val="20001"/>
                    </a:ext>
                  </a:extLst>
                </a:gridCol>
                <a:gridCol w="1261994">
                  <a:extLst>
                    <a:ext uri="{9D8B030D-6E8A-4147-A177-3AD203B41FA5}">
                      <a16:colId xmlns:a16="http://schemas.microsoft.com/office/drawing/2014/main" val="1098706546"/>
                    </a:ext>
                  </a:extLst>
                </a:gridCol>
              </a:tblGrid>
              <a:tr h="230400">
                <a:tc>
                  <a:txBody>
                    <a:bodyPr/>
                    <a:lstStyle>
                      <a:lvl1pPr marL="0" algn="l" defTabSz="1043073" rtl="0" eaLnBrk="1" latinLnBrk="0" hangingPunct="1">
                        <a:defRPr sz="2100" b="1" kern="1200">
                          <a:solidFill>
                            <a:schemeClr val="lt1"/>
                          </a:solidFill>
                          <a:latin typeface="Calibri" panose="020F0502020204030204"/>
                        </a:defRPr>
                      </a:lvl1pPr>
                      <a:lvl2pPr marL="521536" algn="l" defTabSz="1043073" rtl="0" eaLnBrk="1" latinLnBrk="0" hangingPunct="1">
                        <a:defRPr sz="2100" b="1" kern="1200">
                          <a:solidFill>
                            <a:schemeClr val="lt1"/>
                          </a:solidFill>
                          <a:latin typeface="Calibri" panose="020F0502020204030204"/>
                        </a:defRPr>
                      </a:lvl2pPr>
                      <a:lvl3pPr marL="1043073" algn="l" defTabSz="1043073" rtl="0" eaLnBrk="1" latinLnBrk="0" hangingPunct="1">
                        <a:defRPr sz="2100" b="1" kern="1200">
                          <a:solidFill>
                            <a:schemeClr val="lt1"/>
                          </a:solidFill>
                          <a:latin typeface="Calibri" panose="020F0502020204030204"/>
                        </a:defRPr>
                      </a:lvl3pPr>
                      <a:lvl4pPr marL="1564609" algn="l" defTabSz="1043073" rtl="0" eaLnBrk="1" latinLnBrk="0" hangingPunct="1">
                        <a:defRPr sz="2100" b="1" kern="1200">
                          <a:solidFill>
                            <a:schemeClr val="lt1"/>
                          </a:solidFill>
                          <a:latin typeface="Calibri" panose="020F0502020204030204"/>
                        </a:defRPr>
                      </a:lvl4pPr>
                      <a:lvl5pPr marL="2086146" algn="l" defTabSz="1043073" rtl="0" eaLnBrk="1" latinLnBrk="0" hangingPunct="1">
                        <a:defRPr sz="2100" b="1" kern="1200">
                          <a:solidFill>
                            <a:schemeClr val="lt1"/>
                          </a:solidFill>
                          <a:latin typeface="Calibri" panose="020F0502020204030204"/>
                        </a:defRPr>
                      </a:lvl5pPr>
                      <a:lvl6pPr marL="2607682" algn="l" defTabSz="1043073" rtl="0" eaLnBrk="1" latinLnBrk="0" hangingPunct="1">
                        <a:defRPr sz="2100" b="1" kern="1200">
                          <a:solidFill>
                            <a:schemeClr val="lt1"/>
                          </a:solidFill>
                          <a:latin typeface="Calibri" panose="020F0502020204030204"/>
                        </a:defRPr>
                      </a:lvl6pPr>
                      <a:lvl7pPr marL="3129219" algn="l" defTabSz="1043073" rtl="0" eaLnBrk="1" latinLnBrk="0" hangingPunct="1">
                        <a:defRPr sz="2100" b="1" kern="1200">
                          <a:solidFill>
                            <a:schemeClr val="lt1"/>
                          </a:solidFill>
                          <a:latin typeface="Calibri" panose="020F0502020204030204"/>
                        </a:defRPr>
                      </a:lvl7pPr>
                      <a:lvl8pPr marL="3650755" algn="l" defTabSz="1043073" rtl="0" eaLnBrk="1" latinLnBrk="0" hangingPunct="1">
                        <a:defRPr sz="2100" b="1" kern="1200">
                          <a:solidFill>
                            <a:schemeClr val="lt1"/>
                          </a:solidFill>
                          <a:latin typeface="Calibri" panose="020F0502020204030204"/>
                        </a:defRPr>
                      </a:lvl8pPr>
                      <a:lvl9pPr marL="4172292" algn="l" defTabSz="1043073" rtl="0" eaLnBrk="1" latinLnBrk="0" hangingPunct="1">
                        <a:defRPr sz="2100" b="1" kern="1200">
                          <a:solidFill>
                            <a:schemeClr val="lt1"/>
                          </a:solidFill>
                          <a:latin typeface="Calibri" panose="020F0502020204030204"/>
                        </a:defRPr>
                      </a:lvl9pPr>
                    </a:lstStyle>
                    <a:p>
                      <a:pPr algn="l"/>
                      <a:r>
                        <a:rPr lang="de-DE" sz="900" b="1" kern="1200" dirty="0">
                          <a:solidFill>
                            <a:schemeClr val="bg1"/>
                          </a:solidFill>
                          <a:latin typeface="Franklin Gothic Book" panose="020B0503020102020204" pitchFamily="34" charset="0"/>
                          <a:ea typeface="+mn-ea"/>
                          <a:cs typeface="+mn-cs"/>
                        </a:rPr>
                        <a:t>Nutrition </a:t>
                      </a:r>
                      <a:r>
                        <a:rPr lang="de-DE" sz="900" b="1" kern="1200" dirty="0" err="1">
                          <a:solidFill>
                            <a:schemeClr val="bg1"/>
                          </a:solidFill>
                          <a:latin typeface="Franklin Gothic Book" panose="020B0503020102020204" pitchFamily="34" charset="0"/>
                          <a:ea typeface="+mn-ea"/>
                          <a:cs typeface="+mn-cs"/>
                        </a:rPr>
                        <a:t>information</a:t>
                      </a:r>
                      <a:endParaRPr lang="de-DE" sz="900" b="1" kern="1200" dirty="0">
                        <a:solidFill>
                          <a:schemeClr val="bg1"/>
                        </a:solidFill>
                        <a:latin typeface="Franklin Gothic Book" panose="020B0503020102020204" pitchFamily="34" charset="0"/>
                        <a:ea typeface="+mn-ea"/>
                        <a:cs typeface="+mn-cs"/>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661C31"/>
                    </a:solidFill>
                  </a:tcPr>
                </a:tc>
                <a:tc>
                  <a:txBody>
                    <a:bodyPr/>
                    <a:lstStyle>
                      <a:lvl1pPr marL="0" algn="l" defTabSz="1043073" rtl="0" eaLnBrk="1" latinLnBrk="0" hangingPunct="1">
                        <a:defRPr sz="2100" b="1" kern="1200">
                          <a:solidFill>
                            <a:schemeClr val="lt1"/>
                          </a:solidFill>
                          <a:latin typeface="Calibri" panose="020F0502020204030204"/>
                        </a:defRPr>
                      </a:lvl1pPr>
                      <a:lvl2pPr marL="521536" algn="l" defTabSz="1043073" rtl="0" eaLnBrk="1" latinLnBrk="0" hangingPunct="1">
                        <a:defRPr sz="2100" b="1" kern="1200">
                          <a:solidFill>
                            <a:schemeClr val="lt1"/>
                          </a:solidFill>
                          <a:latin typeface="Calibri" panose="020F0502020204030204"/>
                        </a:defRPr>
                      </a:lvl2pPr>
                      <a:lvl3pPr marL="1043073" algn="l" defTabSz="1043073" rtl="0" eaLnBrk="1" latinLnBrk="0" hangingPunct="1">
                        <a:defRPr sz="2100" b="1" kern="1200">
                          <a:solidFill>
                            <a:schemeClr val="lt1"/>
                          </a:solidFill>
                          <a:latin typeface="Calibri" panose="020F0502020204030204"/>
                        </a:defRPr>
                      </a:lvl3pPr>
                      <a:lvl4pPr marL="1564609" algn="l" defTabSz="1043073" rtl="0" eaLnBrk="1" latinLnBrk="0" hangingPunct="1">
                        <a:defRPr sz="2100" b="1" kern="1200">
                          <a:solidFill>
                            <a:schemeClr val="lt1"/>
                          </a:solidFill>
                          <a:latin typeface="Calibri" panose="020F0502020204030204"/>
                        </a:defRPr>
                      </a:lvl4pPr>
                      <a:lvl5pPr marL="2086146" algn="l" defTabSz="1043073" rtl="0" eaLnBrk="1" latinLnBrk="0" hangingPunct="1">
                        <a:defRPr sz="2100" b="1" kern="1200">
                          <a:solidFill>
                            <a:schemeClr val="lt1"/>
                          </a:solidFill>
                          <a:latin typeface="Calibri" panose="020F0502020204030204"/>
                        </a:defRPr>
                      </a:lvl5pPr>
                      <a:lvl6pPr marL="2607682" algn="l" defTabSz="1043073" rtl="0" eaLnBrk="1" latinLnBrk="0" hangingPunct="1">
                        <a:defRPr sz="2100" b="1" kern="1200">
                          <a:solidFill>
                            <a:schemeClr val="lt1"/>
                          </a:solidFill>
                          <a:latin typeface="Calibri" panose="020F0502020204030204"/>
                        </a:defRPr>
                      </a:lvl6pPr>
                      <a:lvl7pPr marL="3129219" algn="l" defTabSz="1043073" rtl="0" eaLnBrk="1" latinLnBrk="0" hangingPunct="1">
                        <a:defRPr sz="2100" b="1" kern="1200">
                          <a:solidFill>
                            <a:schemeClr val="lt1"/>
                          </a:solidFill>
                          <a:latin typeface="Calibri" panose="020F0502020204030204"/>
                        </a:defRPr>
                      </a:lvl7pPr>
                      <a:lvl8pPr marL="3650755" algn="l" defTabSz="1043073" rtl="0" eaLnBrk="1" latinLnBrk="0" hangingPunct="1">
                        <a:defRPr sz="2100" b="1" kern="1200">
                          <a:solidFill>
                            <a:schemeClr val="lt1"/>
                          </a:solidFill>
                          <a:latin typeface="Calibri" panose="020F0502020204030204"/>
                        </a:defRPr>
                      </a:lvl8pPr>
                      <a:lvl9pPr marL="4172292" algn="l" defTabSz="1043073" rtl="0" eaLnBrk="1" latinLnBrk="0" hangingPunct="1">
                        <a:defRPr sz="2100" b="1" kern="1200">
                          <a:solidFill>
                            <a:schemeClr val="lt1"/>
                          </a:solidFill>
                          <a:latin typeface="Calibri" panose="020F0502020204030204"/>
                        </a:defRPr>
                      </a:lvl9p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en-US" sz="900" b="1" kern="1200" dirty="0">
                          <a:solidFill>
                            <a:schemeClr val="bg1"/>
                          </a:solidFill>
                          <a:latin typeface="Franklin Gothic Book" panose="020B0503020102020204" pitchFamily="34" charset="0"/>
                          <a:ea typeface="+mn-ea"/>
                          <a:cs typeface="+mn-cs"/>
                        </a:rPr>
                        <a:t>per 100g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661C31"/>
                    </a:solidFill>
                  </a:tcPr>
                </a:tc>
                <a:tc>
                  <a:txBody>
                    <a:bodyPr/>
                    <a:lstStyle/>
                    <a:p>
                      <a:pPr marL="0" marR="0" lvl="0" indent="0" algn="ctr" defTabSz="1043073" rtl="0" eaLnBrk="1" fontAlgn="auto" latinLnBrk="0" hangingPunct="1">
                        <a:lnSpc>
                          <a:spcPct val="100000"/>
                        </a:lnSpc>
                        <a:spcBef>
                          <a:spcPts val="0"/>
                        </a:spcBef>
                        <a:spcAft>
                          <a:spcPts val="0"/>
                        </a:spcAft>
                        <a:buClrTx/>
                        <a:buSzTx/>
                        <a:buFontTx/>
                        <a:buNone/>
                        <a:tabLst/>
                        <a:defRPr/>
                      </a:pPr>
                      <a:r>
                        <a:rPr lang="en-US" sz="900" b="1" kern="1200" dirty="0">
                          <a:solidFill>
                            <a:schemeClr val="bg1"/>
                          </a:solidFill>
                          <a:latin typeface="Franklin Gothic Book" panose="020B0503020102020204" pitchFamily="34" charset="0"/>
                          <a:ea typeface="+mn-ea"/>
                          <a:cs typeface="+mn-cs"/>
                        </a:rPr>
                        <a:t>per bar (25g)</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661C31"/>
                    </a:solidFill>
                  </a:tcPr>
                </a:tc>
                <a:extLst>
                  <a:ext uri="{0D108BD9-81ED-4DB2-BD59-A6C34878D82A}">
                    <a16:rowId xmlns:a16="http://schemas.microsoft.com/office/drawing/2014/main" val="10000"/>
                  </a:ext>
                </a:extLst>
              </a:tr>
              <a:tr h="32400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kJ</a:t>
                      </a:r>
                    </a:p>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err="1">
                          <a:solidFill>
                            <a:srgbClr val="661C31"/>
                          </a:solidFill>
                          <a:latin typeface="Franklin Gothic Book" panose="020B0503020102020204" pitchFamily="34" charset="0"/>
                          <a:ea typeface="+mn-ea"/>
                          <a:cs typeface="+mn-cs"/>
                        </a:rPr>
                        <a:t>calories</a:t>
                      </a:r>
                      <a:endParaRPr lang="de-DE" sz="800" kern="1200" dirty="0">
                        <a:solidFill>
                          <a:srgbClr val="661C31"/>
                        </a:solidFill>
                        <a:latin typeface="Franklin Gothic Book" panose="020B0503020102020204" pitchFamily="34" charset="0"/>
                        <a:ea typeface="+mn-ea"/>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1841</a:t>
                      </a:r>
                    </a:p>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438</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460</a:t>
                      </a:r>
                    </a:p>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110</a:t>
                      </a:r>
                    </a:p>
                  </a:txBody>
                  <a:tcPr marL="68580" marR="68580" marT="0" marB="0" anchor="ctr" anchorCtr="1">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001"/>
                  </a:ext>
                </a:extLst>
              </a:tr>
              <a:tr h="32400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err="1">
                          <a:solidFill>
                            <a:srgbClr val="661C31"/>
                          </a:solidFill>
                          <a:latin typeface="Franklin Gothic Book" panose="020B0503020102020204" pitchFamily="34" charset="0"/>
                          <a:ea typeface="+mn-ea"/>
                          <a:cs typeface="+mn-cs"/>
                        </a:rPr>
                        <a:t>Fat</a:t>
                      </a:r>
                      <a:r>
                        <a:rPr lang="de-DE" sz="800" kern="1200" dirty="0">
                          <a:solidFill>
                            <a:srgbClr val="661C31"/>
                          </a:solidFill>
                          <a:latin typeface="Franklin Gothic Book" panose="020B0503020102020204" pitchFamily="34" charset="0"/>
                          <a:ea typeface="+mn-ea"/>
                          <a:cs typeface="+mn-cs"/>
                        </a:rPr>
                        <a:t> (g)</a:t>
                      </a:r>
                    </a:p>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of</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which</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saturates</a:t>
                      </a:r>
                      <a:r>
                        <a:rPr lang="de-DE" sz="800" kern="1200" dirty="0">
                          <a:solidFill>
                            <a:srgbClr val="661C31"/>
                          </a:solidFill>
                          <a:latin typeface="Franklin Gothic Book" panose="020B0503020102020204" pitchFamily="34" charset="0"/>
                          <a:ea typeface="+mn-ea"/>
                          <a:cs typeface="+mn-cs"/>
                        </a:rPr>
                        <a:t> (g)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15,8</a:t>
                      </a:r>
                    </a:p>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9,6</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4,0</a:t>
                      </a:r>
                    </a:p>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2,4</a:t>
                      </a:r>
                    </a:p>
                  </a:txBody>
                  <a:tcPr marL="68580" marR="68580" marT="0" marB="0" anchor="ctr" anchorCtr="1">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2"/>
                  </a:ext>
                </a:extLst>
              </a:tr>
              <a:tr h="32400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err="1">
                          <a:solidFill>
                            <a:srgbClr val="661C31"/>
                          </a:solidFill>
                          <a:latin typeface="Franklin Gothic Book" panose="020B0503020102020204" pitchFamily="34" charset="0"/>
                          <a:ea typeface="+mn-ea"/>
                          <a:cs typeface="+mn-cs"/>
                        </a:rPr>
                        <a:t>Carbohydrates</a:t>
                      </a:r>
                      <a:r>
                        <a:rPr lang="de-DE" sz="800" kern="1200" dirty="0">
                          <a:solidFill>
                            <a:srgbClr val="661C31"/>
                          </a:solidFill>
                          <a:latin typeface="Franklin Gothic Book" panose="020B0503020102020204" pitchFamily="34" charset="0"/>
                          <a:ea typeface="+mn-ea"/>
                          <a:cs typeface="+mn-cs"/>
                        </a:rPr>
                        <a:t> (g)</a:t>
                      </a:r>
                    </a:p>
                    <a:p>
                      <a:pPr marL="0" marR="0" lvl="0" indent="0" algn="l" defTabSz="1043073" rtl="0" eaLnBrk="1" fontAlgn="auto" latinLnBrk="0" hangingPunct="1">
                        <a:lnSpc>
                          <a:spcPct val="100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of</a:t>
                      </a:r>
                      <a:r>
                        <a:rPr lang="de-DE" sz="800" kern="1200" dirty="0">
                          <a:solidFill>
                            <a:srgbClr val="661C31"/>
                          </a:solidFill>
                          <a:latin typeface="Franklin Gothic Book" panose="020B0503020102020204" pitchFamily="34" charset="0"/>
                          <a:ea typeface="+mn-ea"/>
                          <a:cs typeface="+mn-cs"/>
                        </a:rPr>
                        <a:t> </a:t>
                      </a:r>
                      <a:r>
                        <a:rPr lang="de-DE" sz="800" kern="1200" dirty="0" err="1">
                          <a:solidFill>
                            <a:srgbClr val="661C31"/>
                          </a:solidFill>
                          <a:latin typeface="Franklin Gothic Book" panose="020B0503020102020204" pitchFamily="34" charset="0"/>
                          <a:ea typeface="+mn-ea"/>
                          <a:cs typeface="+mn-cs"/>
                        </a:rPr>
                        <a:t>which</a:t>
                      </a:r>
                      <a:r>
                        <a:rPr lang="de-DE" sz="800" kern="1200" dirty="0">
                          <a:solidFill>
                            <a:srgbClr val="661C31"/>
                          </a:solidFill>
                          <a:latin typeface="Franklin Gothic Book" panose="020B0503020102020204" pitchFamily="34" charset="0"/>
                          <a:ea typeface="+mn-ea"/>
                          <a:cs typeface="+mn-cs"/>
                        </a:rPr>
                        <a:t> total </a:t>
                      </a:r>
                      <a:r>
                        <a:rPr lang="de-DE" sz="800" kern="1200" dirty="0" err="1">
                          <a:solidFill>
                            <a:srgbClr val="661C31"/>
                          </a:solidFill>
                          <a:latin typeface="Franklin Gothic Book" panose="020B0503020102020204" pitchFamily="34" charset="0"/>
                          <a:ea typeface="+mn-ea"/>
                          <a:cs typeface="+mn-cs"/>
                        </a:rPr>
                        <a:t>sugars</a:t>
                      </a:r>
                      <a:r>
                        <a:rPr lang="de-DE" sz="800" kern="1200" dirty="0">
                          <a:solidFill>
                            <a:srgbClr val="661C31"/>
                          </a:solidFill>
                          <a:latin typeface="Franklin Gothic Book" panose="020B0503020102020204" pitchFamily="34" charset="0"/>
                          <a:ea typeface="+mn-ea"/>
                          <a:cs typeface="+mn-cs"/>
                        </a:rPr>
                        <a:t> (g)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65,9</a:t>
                      </a:r>
                    </a:p>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29,5</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16,5</a:t>
                      </a:r>
                    </a:p>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7,4</a:t>
                      </a:r>
                    </a:p>
                  </a:txBody>
                  <a:tcPr marL="68580" marR="68580" marT="0" marB="0" anchor="ctr" anchorCtr="1">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003"/>
                  </a:ext>
                </a:extLst>
              </a:tr>
              <a:tr h="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indent="0" algn="l" defTabSz="1043073" rtl="0" eaLnBrk="1" fontAlgn="auto" latinLnBrk="0" hangingPunct="1">
                        <a:lnSpc>
                          <a:spcPct val="107000"/>
                        </a:lnSpc>
                        <a:spcBef>
                          <a:spcPts val="0"/>
                        </a:spcBef>
                        <a:spcAft>
                          <a:spcPts val="0"/>
                        </a:spcAft>
                        <a:buClrTx/>
                        <a:buSzTx/>
                        <a:buFontTx/>
                        <a:buNone/>
                        <a:tabLst/>
                        <a:defRPr/>
                      </a:pPr>
                      <a:r>
                        <a:rPr lang="de-DE" sz="800" kern="1200" dirty="0" err="1">
                          <a:solidFill>
                            <a:srgbClr val="661C31"/>
                          </a:solidFill>
                          <a:latin typeface="Franklin Gothic Book" panose="020B0503020102020204" pitchFamily="34" charset="0"/>
                          <a:ea typeface="+mn-ea"/>
                          <a:cs typeface="+mn-cs"/>
                        </a:rPr>
                        <a:t>Fibre</a:t>
                      </a:r>
                      <a:r>
                        <a:rPr lang="de-DE" sz="800" kern="1200" dirty="0">
                          <a:solidFill>
                            <a:srgbClr val="661C31"/>
                          </a:solidFill>
                          <a:latin typeface="Franklin Gothic Book" panose="020B0503020102020204" pitchFamily="34" charset="0"/>
                          <a:ea typeface="+mn-ea"/>
                          <a:cs typeface="+mn-cs"/>
                        </a:rPr>
                        <a:t> (g)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4,2</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1,0</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4"/>
                  </a:ext>
                </a:extLst>
              </a:tr>
              <a:tr h="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marR="0" indent="0" algn="l" defTabSz="1043073" rtl="0" eaLnBrk="1" fontAlgn="auto" latinLnBrk="0" hangingPunct="1">
                        <a:lnSpc>
                          <a:spcPct val="107000"/>
                        </a:lnSpc>
                        <a:spcBef>
                          <a:spcPts val="0"/>
                        </a:spcBef>
                        <a:spcAft>
                          <a:spcPts val="0"/>
                        </a:spcAft>
                        <a:buClrTx/>
                        <a:buSzTx/>
                        <a:buFontTx/>
                        <a:buNone/>
                        <a:tabLst/>
                        <a:defRPr/>
                      </a:pPr>
                      <a:r>
                        <a:rPr lang="de-DE" sz="800" kern="1200" dirty="0">
                          <a:solidFill>
                            <a:srgbClr val="661C31"/>
                          </a:solidFill>
                          <a:latin typeface="Franklin Gothic Book" panose="020B0503020102020204" pitchFamily="34" charset="0"/>
                          <a:ea typeface="+mn-ea"/>
                          <a:cs typeface="+mn-cs"/>
                        </a:rPr>
                        <a:t>Protein (g)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9D9D9"/>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6,0</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D9D9D9"/>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1,5</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0005"/>
                  </a:ext>
                </a:extLst>
              </a:tr>
              <a:tr h="0">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marL="0" algn="l" defTabSz="1043073" rtl="0" eaLnBrk="1" latinLnBrk="0" hangingPunct="1">
                        <a:lnSpc>
                          <a:spcPct val="107000"/>
                        </a:lnSpc>
                        <a:spcAft>
                          <a:spcPts val="0"/>
                        </a:spcAft>
                      </a:pPr>
                      <a:r>
                        <a:rPr lang="de-DE" sz="800" kern="1200" dirty="0">
                          <a:solidFill>
                            <a:srgbClr val="661C31"/>
                          </a:solidFill>
                          <a:latin typeface="Franklin Gothic Book" panose="020B0503020102020204" pitchFamily="34" charset="0"/>
                          <a:ea typeface="+mn-ea"/>
                          <a:cs typeface="+mn-cs"/>
                        </a:rPr>
                        <a:t>Salt (g)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0,26</a:t>
                      </a:r>
                    </a:p>
                  </a:txBody>
                  <a:tcPr marL="68580" marR="68580" marT="0" marB="0" anchor="ctr" anchorCtr="1">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2F2F2"/>
                    </a:solidFill>
                  </a:tcPr>
                </a:tc>
                <a:tc>
                  <a:txBody>
                    <a:bodyPr/>
                    <a:lstStyle>
                      <a:lvl1pPr marL="0" algn="l" defTabSz="1043073" rtl="0" eaLnBrk="1" latinLnBrk="0" hangingPunct="1">
                        <a:defRPr sz="2100" kern="1200">
                          <a:solidFill>
                            <a:schemeClr val="dk1"/>
                          </a:solidFill>
                          <a:latin typeface="Calibri" panose="020F0502020204030204"/>
                        </a:defRPr>
                      </a:lvl1pPr>
                      <a:lvl2pPr marL="521536" algn="l" defTabSz="1043073" rtl="0" eaLnBrk="1" latinLnBrk="0" hangingPunct="1">
                        <a:defRPr sz="2100" kern="1200">
                          <a:solidFill>
                            <a:schemeClr val="dk1"/>
                          </a:solidFill>
                          <a:latin typeface="Calibri" panose="020F0502020204030204"/>
                        </a:defRPr>
                      </a:lvl2pPr>
                      <a:lvl3pPr marL="1043073" algn="l" defTabSz="1043073" rtl="0" eaLnBrk="1" latinLnBrk="0" hangingPunct="1">
                        <a:defRPr sz="2100" kern="1200">
                          <a:solidFill>
                            <a:schemeClr val="dk1"/>
                          </a:solidFill>
                          <a:latin typeface="Calibri" panose="020F0502020204030204"/>
                        </a:defRPr>
                      </a:lvl3pPr>
                      <a:lvl4pPr marL="1564609" algn="l" defTabSz="1043073" rtl="0" eaLnBrk="1" latinLnBrk="0" hangingPunct="1">
                        <a:defRPr sz="2100" kern="1200">
                          <a:solidFill>
                            <a:schemeClr val="dk1"/>
                          </a:solidFill>
                          <a:latin typeface="Calibri" panose="020F0502020204030204"/>
                        </a:defRPr>
                      </a:lvl4pPr>
                      <a:lvl5pPr marL="2086146" algn="l" defTabSz="1043073" rtl="0" eaLnBrk="1" latinLnBrk="0" hangingPunct="1">
                        <a:defRPr sz="2100" kern="1200">
                          <a:solidFill>
                            <a:schemeClr val="dk1"/>
                          </a:solidFill>
                          <a:latin typeface="Calibri" panose="020F0502020204030204"/>
                        </a:defRPr>
                      </a:lvl5pPr>
                      <a:lvl6pPr marL="2607682" algn="l" defTabSz="1043073" rtl="0" eaLnBrk="1" latinLnBrk="0" hangingPunct="1">
                        <a:defRPr sz="2100" kern="1200">
                          <a:solidFill>
                            <a:schemeClr val="dk1"/>
                          </a:solidFill>
                          <a:latin typeface="Calibri" panose="020F0502020204030204"/>
                        </a:defRPr>
                      </a:lvl6pPr>
                      <a:lvl7pPr marL="3129219" algn="l" defTabSz="1043073" rtl="0" eaLnBrk="1" latinLnBrk="0" hangingPunct="1">
                        <a:defRPr sz="2100" kern="1200">
                          <a:solidFill>
                            <a:schemeClr val="dk1"/>
                          </a:solidFill>
                          <a:latin typeface="Calibri" panose="020F0502020204030204"/>
                        </a:defRPr>
                      </a:lvl7pPr>
                      <a:lvl8pPr marL="3650755" algn="l" defTabSz="1043073" rtl="0" eaLnBrk="1" latinLnBrk="0" hangingPunct="1">
                        <a:defRPr sz="2100" kern="1200">
                          <a:solidFill>
                            <a:schemeClr val="dk1"/>
                          </a:solidFill>
                          <a:latin typeface="Calibri" panose="020F0502020204030204"/>
                        </a:defRPr>
                      </a:lvl8pPr>
                      <a:lvl9pPr marL="4172292" algn="l" defTabSz="1043073" rtl="0" eaLnBrk="1" latinLnBrk="0" hangingPunct="1">
                        <a:defRPr sz="2100" kern="1200">
                          <a:solidFill>
                            <a:schemeClr val="dk1"/>
                          </a:solidFill>
                          <a:latin typeface="Calibri" panose="020F0502020204030204"/>
                        </a:defRPr>
                      </a:lvl9pPr>
                    </a:lstStyle>
                    <a:p>
                      <a:pPr algn="ctr">
                        <a:lnSpc>
                          <a:spcPct val="107000"/>
                        </a:lnSpc>
                        <a:spcAft>
                          <a:spcPts val="0"/>
                        </a:spcAft>
                      </a:pPr>
                      <a:r>
                        <a:rPr lang="de-DE" sz="800" kern="1200" dirty="0">
                          <a:solidFill>
                            <a:srgbClr val="661C31"/>
                          </a:solidFill>
                          <a:latin typeface="Franklin Gothic Book" panose="020B0503020102020204" pitchFamily="34" charset="0"/>
                          <a:ea typeface="+mn-ea"/>
                          <a:cs typeface="+mn-cs"/>
                        </a:rPr>
                        <a:t>0,06</a:t>
                      </a:r>
                    </a:p>
                  </a:txBody>
                  <a:tcPr marL="68580" marR="68580" marT="0" marB="0" anchor="ctr" anchorCtr="1">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6"/>
                  </a:ext>
                </a:extLst>
              </a:tr>
            </a:tbl>
          </a:graphicData>
        </a:graphic>
      </p:graphicFrame>
      <p:graphicFrame>
        <p:nvGraphicFramePr>
          <p:cNvPr id="25" name="Tabelle 24">
            <a:extLst>
              <a:ext uri="{FF2B5EF4-FFF2-40B4-BE49-F238E27FC236}">
                <a16:creationId xmlns:a16="http://schemas.microsoft.com/office/drawing/2014/main" id="{B16CA258-373B-7D2B-1B98-55C1569AD8B5}"/>
              </a:ext>
            </a:extLst>
          </p:cNvPr>
          <p:cNvGraphicFramePr>
            <a:graphicFrameLocks noGrp="1"/>
          </p:cNvGraphicFramePr>
          <p:nvPr>
            <p:extLst>
              <p:ext uri="{D42A27DB-BD31-4B8C-83A1-F6EECF244321}">
                <p14:modId xmlns:p14="http://schemas.microsoft.com/office/powerpoint/2010/main" val="2719737146"/>
              </p:ext>
            </p:extLst>
          </p:nvPr>
        </p:nvGraphicFramePr>
        <p:xfrm>
          <a:off x="6517862" y="6229433"/>
          <a:ext cx="3960438" cy="442920"/>
        </p:xfrm>
        <a:graphic>
          <a:graphicData uri="http://schemas.openxmlformats.org/drawingml/2006/table">
            <a:tbl>
              <a:tblPr firstRow="1" bandRow="1"/>
              <a:tblGrid>
                <a:gridCol w="3960438">
                  <a:extLst>
                    <a:ext uri="{9D8B030D-6E8A-4147-A177-3AD203B41FA5}">
                      <a16:colId xmlns:a16="http://schemas.microsoft.com/office/drawing/2014/main" val="20000"/>
                    </a:ext>
                  </a:extLst>
                </a:gridCol>
              </a:tblGrid>
              <a:tr h="244800">
                <a:tc>
                  <a:txBody>
                    <a:bodyPr/>
                    <a:lstStyle>
                      <a:lvl1pPr marL="0" algn="l" defTabSz="1008126" rtl="0" eaLnBrk="1" latinLnBrk="0" hangingPunct="1">
                        <a:defRPr sz="1985" b="1" kern="1200">
                          <a:solidFill>
                            <a:schemeClr val="lt1"/>
                          </a:solidFill>
                          <a:latin typeface="DINOT"/>
                        </a:defRPr>
                      </a:lvl1pPr>
                      <a:lvl2pPr marL="504063" algn="l" defTabSz="1008126" rtl="0" eaLnBrk="1" latinLnBrk="0" hangingPunct="1">
                        <a:defRPr sz="1985" b="1" kern="1200">
                          <a:solidFill>
                            <a:schemeClr val="lt1"/>
                          </a:solidFill>
                          <a:latin typeface="DINOT"/>
                        </a:defRPr>
                      </a:lvl2pPr>
                      <a:lvl3pPr marL="1008126" algn="l" defTabSz="1008126" rtl="0" eaLnBrk="1" latinLnBrk="0" hangingPunct="1">
                        <a:defRPr sz="1985" b="1" kern="1200">
                          <a:solidFill>
                            <a:schemeClr val="lt1"/>
                          </a:solidFill>
                          <a:latin typeface="DINOT"/>
                        </a:defRPr>
                      </a:lvl3pPr>
                      <a:lvl4pPr marL="1512189" algn="l" defTabSz="1008126" rtl="0" eaLnBrk="1" latinLnBrk="0" hangingPunct="1">
                        <a:defRPr sz="1985" b="1" kern="1200">
                          <a:solidFill>
                            <a:schemeClr val="lt1"/>
                          </a:solidFill>
                          <a:latin typeface="DINOT"/>
                        </a:defRPr>
                      </a:lvl4pPr>
                      <a:lvl5pPr marL="2016252" algn="l" defTabSz="1008126" rtl="0" eaLnBrk="1" latinLnBrk="0" hangingPunct="1">
                        <a:defRPr sz="1985" b="1" kern="1200">
                          <a:solidFill>
                            <a:schemeClr val="lt1"/>
                          </a:solidFill>
                          <a:latin typeface="DINOT"/>
                        </a:defRPr>
                      </a:lvl5pPr>
                      <a:lvl6pPr marL="2520315" algn="l" defTabSz="1008126" rtl="0" eaLnBrk="1" latinLnBrk="0" hangingPunct="1">
                        <a:defRPr sz="1985" b="1" kern="1200">
                          <a:solidFill>
                            <a:schemeClr val="lt1"/>
                          </a:solidFill>
                          <a:latin typeface="DINOT"/>
                        </a:defRPr>
                      </a:lvl6pPr>
                      <a:lvl7pPr marL="3024378" algn="l" defTabSz="1008126" rtl="0" eaLnBrk="1" latinLnBrk="0" hangingPunct="1">
                        <a:defRPr sz="1985" b="1" kern="1200">
                          <a:solidFill>
                            <a:schemeClr val="lt1"/>
                          </a:solidFill>
                          <a:latin typeface="DINOT"/>
                        </a:defRPr>
                      </a:lvl7pPr>
                      <a:lvl8pPr marL="3528441" algn="l" defTabSz="1008126" rtl="0" eaLnBrk="1" latinLnBrk="0" hangingPunct="1">
                        <a:defRPr sz="1985" b="1" kern="1200">
                          <a:solidFill>
                            <a:schemeClr val="lt1"/>
                          </a:solidFill>
                          <a:latin typeface="DINOT"/>
                        </a:defRPr>
                      </a:lvl8pPr>
                      <a:lvl9pPr marL="4032504" algn="l" defTabSz="1008126" rtl="0" eaLnBrk="1" latinLnBrk="0" hangingPunct="1">
                        <a:defRPr sz="1985" b="1" kern="1200">
                          <a:solidFill>
                            <a:schemeClr val="lt1"/>
                          </a:solidFill>
                          <a:latin typeface="DINOT"/>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900" b="1" kern="1200" dirty="0">
                          <a:solidFill>
                            <a:schemeClr val="bg1"/>
                          </a:solidFill>
                          <a:latin typeface="Franklin Gothic Book" panose="020B0503020102020204" pitchFamily="34" charset="0"/>
                          <a:ea typeface="+mn-ea"/>
                          <a:cs typeface="+mn-cs"/>
                        </a:rPr>
                        <a:t>Storage </a:t>
                      </a:r>
                      <a:r>
                        <a:rPr lang="de-DE" sz="900" b="1" kern="1200" dirty="0" err="1">
                          <a:solidFill>
                            <a:schemeClr val="bg1"/>
                          </a:solidFill>
                          <a:latin typeface="Franklin Gothic Book" panose="020B0503020102020204" pitchFamily="34" charset="0"/>
                          <a:ea typeface="+mn-ea"/>
                          <a:cs typeface="+mn-cs"/>
                        </a:rPr>
                        <a:t>conditions</a:t>
                      </a:r>
                      <a:r>
                        <a:rPr lang="de-DE" sz="900" b="1" kern="1200" dirty="0">
                          <a:solidFill>
                            <a:schemeClr val="bg1"/>
                          </a:solidFill>
                          <a:latin typeface="Franklin Gothic Book" panose="020B0503020102020204" pitchFamily="34" charset="0"/>
                          <a:ea typeface="+mn-ea"/>
                          <a:cs typeface="+mn-cs"/>
                        </a:rPr>
                        <a:t> :</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1C31"/>
                    </a:solidFill>
                  </a:tcPr>
                </a:tc>
                <a:extLst>
                  <a:ext uri="{0D108BD9-81ED-4DB2-BD59-A6C34878D82A}">
                    <a16:rowId xmlns:a16="http://schemas.microsoft.com/office/drawing/2014/main" val="10000"/>
                  </a:ext>
                </a:extLst>
              </a:tr>
              <a:tr h="192228">
                <a:tc>
                  <a:txBody>
                    <a:bodyPr/>
                    <a:lstStyle>
                      <a:lvl1pPr marL="0" algn="l" defTabSz="1008126" rtl="0" eaLnBrk="1" latinLnBrk="0" hangingPunct="1">
                        <a:defRPr sz="1985" kern="1200">
                          <a:solidFill>
                            <a:schemeClr val="dk1"/>
                          </a:solidFill>
                          <a:latin typeface="DINOT"/>
                        </a:defRPr>
                      </a:lvl1pPr>
                      <a:lvl2pPr marL="504063" algn="l" defTabSz="1008126" rtl="0" eaLnBrk="1" latinLnBrk="0" hangingPunct="1">
                        <a:defRPr sz="1985" kern="1200">
                          <a:solidFill>
                            <a:schemeClr val="dk1"/>
                          </a:solidFill>
                          <a:latin typeface="DINOT"/>
                        </a:defRPr>
                      </a:lvl2pPr>
                      <a:lvl3pPr marL="1008126" algn="l" defTabSz="1008126" rtl="0" eaLnBrk="1" latinLnBrk="0" hangingPunct="1">
                        <a:defRPr sz="1985" kern="1200">
                          <a:solidFill>
                            <a:schemeClr val="dk1"/>
                          </a:solidFill>
                          <a:latin typeface="DINOT"/>
                        </a:defRPr>
                      </a:lvl3pPr>
                      <a:lvl4pPr marL="1512189" algn="l" defTabSz="1008126" rtl="0" eaLnBrk="1" latinLnBrk="0" hangingPunct="1">
                        <a:defRPr sz="1985" kern="1200">
                          <a:solidFill>
                            <a:schemeClr val="dk1"/>
                          </a:solidFill>
                          <a:latin typeface="DINOT"/>
                        </a:defRPr>
                      </a:lvl4pPr>
                      <a:lvl5pPr marL="2016252" algn="l" defTabSz="1008126" rtl="0" eaLnBrk="1" latinLnBrk="0" hangingPunct="1">
                        <a:defRPr sz="1985" kern="1200">
                          <a:solidFill>
                            <a:schemeClr val="dk1"/>
                          </a:solidFill>
                          <a:latin typeface="DINOT"/>
                        </a:defRPr>
                      </a:lvl5pPr>
                      <a:lvl6pPr marL="2520315" algn="l" defTabSz="1008126" rtl="0" eaLnBrk="1" latinLnBrk="0" hangingPunct="1">
                        <a:defRPr sz="1985" kern="1200">
                          <a:solidFill>
                            <a:schemeClr val="dk1"/>
                          </a:solidFill>
                          <a:latin typeface="DINOT"/>
                        </a:defRPr>
                      </a:lvl6pPr>
                      <a:lvl7pPr marL="3024378" algn="l" defTabSz="1008126" rtl="0" eaLnBrk="1" latinLnBrk="0" hangingPunct="1">
                        <a:defRPr sz="1985" kern="1200">
                          <a:solidFill>
                            <a:schemeClr val="dk1"/>
                          </a:solidFill>
                          <a:latin typeface="DINOT"/>
                        </a:defRPr>
                      </a:lvl7pPr>
                      <a:lvl8pPr marL="3528441" algn="l" defTabSz="1008126" rtl="0" eaLnBrk="1" latinLnBrk="0" hangingPunct="1">
                        <a:defRPr sz="1985" kern="1200">
                          <a:solidFill>
                            <a:schemeClr val="dk1"/>
                          </a:solidFill>
                          <a:latin typeface="DINOT"/>
                        </a:defRPr>
                      </a:lvl8pPr>
                      <a:lvl9pPr marL="4032504" algn="l" defTabSz="1008126" rtl="0" eaLnBrk="1" latinLnBrk="0" hangingPunct="1">
                        <a:defRPr sz="1985" kern="1200">
                          <a:solidFill>
                            <a:schemeClr val="dk1"/>
                          </a:solidFill>
                          <a:latin typeface="DINOT"/>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700" kern="1200" dirty="0">
                          <a:solidFill>
                            <a:srgbClr val="661C31"/>
                          </a:solidFill>
                          <a:latin typeface="Franklin Gothic Book" panose="020B0503020102020204" pitchFamily="34" charset="0"/>
                          <a:ea typeface="+mn-ea"/>
                          <a:cs typeface="+mn-cs"/>
                        </a:rPr>
                        <a:t>12 </a:t>
                      </a:r>
                      <a:r>
                        <a:rPr lang="en-US" sz="700" kern="1200" dirty="0">
                          <a:solidFill>
                            <a:srgbClr val="661C31"/>
                          </a:solidFill>
                          <a:latin typeface="Franklin Gothic Book" panose="020B0503020102020204" pitchFamily="34" charset="0"/>
                          <a:ea typeface="+mn-ea"/>
                          <a:cs typeface="+mn-cs"/>
                        </a:rPr>
                        <a:t>months in original package at temperatures below 20 °C and less than 60 % relative air humidity</a:t>
                      </a:r>
                      <a:endParaRPr lang="de-DE" sz="700" kern="1200" dirty="0">
                        <a:solidFill>
                          <a:srgbClr val="661C31"/>
                        </a:solidFill>
                        <a:latin typeface="Franklin Gothic Book" panose="020B0503020102020204" pitchFamily="34" charset="0"/>
                        <a:ea typeface="+mn-ea"/>
                        <a:cs typeface="+mn-cs"/>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bl>
          </a:graphicData>
        </a:graphic>
      </p:graphicFrame>
      <p:graphicFrame>
        <p:nvGraphicFramePr>
          <p:cNvPr id="3" name="Tabelle 2">
            <a:extLst>
              <a:ext uri="{FF2B5EF4-FFF2-40B4-BE49-F238E27FC236}">
                <a16:creationId xmlns:a16="http://schemas.microsoft.com/office/drawing/2014/main" id="{9C6429FB-CEF1-B76F-577A-F7F4F9678DC3}"/>
              </a:ext>
            </a:extLst>
          </p:cNvPr>
          <p:cNvGraphicFramePr>
            <a:graphicFrameLocks noGrp="1"/>
          </p:cNvGraphicFramePr>
          <p:nvPr>
            <p:extLst>
              <p:ext uri="{D42A27DB-BD31-4B8C-83A1-F6EECF244321}">
                <p14:modId xmlns:p14="http://schemas.microsoft.com/office/powerpoint/2010/main" val="1266712034"/>
              </p:ext>
            </p:extLst>
          </p:nvPr>
        </p:nvGraphicFramePr>
        <p:xfrm>
          <a:off x="2128091" y="4993345"/>
          <a:ext cx="3960440" cy="784800"/>
        </p:xfrm>
        <a:graphic>
          <a:graphicData uri="http://schemas.openxmlformats.org/drawingml/2006/table">
            <a:tbl>
              <a:tblPr firstRow="1" bandRow="1"/>
              <a:tblGrid>
                <a:gridCol w="3960440">
                  <a:extLst>
                    <a:ext uri="{9D8B030D-6E8A-4147-A177-3AD203B41FA5}">
                      <a16:colId xmlns:a16="http://schemas.microsoft.com/office/drawing/2014/main" val="20000"/>
                    </a:ext>
                  </a:extLst>
                </a:gridCol>
              </a:tblGrid>
              <a:tr h="244800">
                <a:tc>
                  <a:txBody>
                    <a:bodyPr/>
                    <a:lstStyle>
                      <a:lvl1pPr marL="0" algn="l" defTabSz="1008126" rtl="0" eaLnBrk="1" latinLnBrk="0" hangingPunct="1">
                        <a:defRPr sz="1985" b="1" kern="1200">
                          <a:solidFill>
                            <a:schemeClr val="lt1"/>
                          </a:solidFill>
                          <a:latin typeface="DINOT"/>
                        </a:defRPr>
                      </a:lvl1pPr>
                      <a:lvl2pPr marL="504063" algn="l" defTabSz="1008126" rtl="0" eaLnBrk="1" latinLnBrk="0" hangingPunct="1">
                        <a:defRPr sz="1985" b="1" kern="1200">
                          <a:solidFill>
                            <a:schemeClr val="lt1"/>
                          </a:solidFill>
                          <a:latin typeface="DINOT"/>
                        </a:defRPr>
                      </a:lvl2pPr>
                      <a:lvl3pPr marL="1008126" algn="l" defTabSz="1008126" rtl="0" eaLnBrk="1" latinLnBrk="0" hangingPunct="1">
                        <a:defRPr sz="1985" b="1" kern="1200">
                          <a:solidFill>
                            <a:schemeClr val="lt1"/>
                          </a:solidFill>
                          <a:latin typeface="DINOT"/>
                        </a:defRPr>
                      </a:lvl3pPr>
                      <a:lvl4pPr marL="1512189" algn="l" defTabSz="1008126" rtl="0" eaLnBrk="1" latinLnBrk="0" hangingPunct="1">
                        <a:defRPr sz="1985" b="1" kern="1200">
                          <a:solidFill>
                            <a:schemeClr val="lt1"/>
                          </a:solidFill>
                          <a:latin typeface="DINOT"/>
                        </a:defRPr>
                      </a:lvl4pPr>
                      <a:lvl5pPr marL="2016252" algn="l" defTabSz="1008126" rtl="0" eaLnBrk="1" latinLnBrk="0" hangingPunct="1">
                        <a:defRPr sz="1985" b="1" kern="1200">
                          <a:solidFill>
                            <a:schemeClr val="lt1"/>
                          </a:solidFill>
                          <a:latin typeface="DINOT"/>
                        </a:defRPr>
                      </a:lvl5pPr>
                      <a:lvl6pPr marL="2520315" algn="l" defTabSz="1008126" rtl="0" eaLnBrk="1" latinLnBrk="0" hangingPunct="1">
                        <a:defRPr sz="1985" b="1" kern="1200">
                          <a:solidFill>
                            <a:schemeClr val="lt1"/>
                          </a:solidFill>
                          <a:latin typeface="DINOT"/>
                        </a:defRPr>
                      </a:lvl6pPr>
                      <a:lvl7pPr marL="3024378" algn="l" defTabSz="1008126" rtl="0" eaLnBrk="1" latinLnBrk="0" hangingPunct="1">
                        <a:defRPr sz="1985" b="1" kern="1200">
                          <a:solidFill>
                            <a:schemeClr val="lt1"/>
                          </a:solidFill>
                          <a:latin typeface="DINOT"/>
                        </a:defRPr>
                      </a:lvl7pPr>
                      <a:lvl8pPr marL="3528441" algn="l" defTabSz="1008126" rtl="0" eaLnBrk="1" latinLnBrk="0" hangingPunct="1">
                        <a:defRPr sz="1985" b="1" kern="1200">
                          <a:solidFill>
                            <a:schemeClr val="lt1"/>
                          </a:solidFill>
                          <a:latin typeface="DINOT"/>
                        </a:defRPr>
                      </a:lvl8pPr>
                      <a:lvl9pPr marL="4032504" algn="l" defTabSz="1008126" rtl="0" eaLnBrk="1" latinLnBrk="0" hangingPunct="1">
                        <a:defRPr sz="1985" b="1" kern="1200">
                          <a:solidFill>
                            <a:schemeClr val="lt1"/>
                          </a:solidFill>
                          <a:latin typeface="DINOT"/>
                        </a:defRPr>
                      </a:lvl9pPr>
                    </a:lstStyle>
                    <a:p>
                      <a:pPr marL="0" marR="0" lvl="0" indent="0" algn="l" defTabSz="1043073" rtl="0" eaLnBrk="1" fontAlgn="auto" latinLnBrk="0" hangingPunct="1">
                        <a:lnSpc>
                          <a:spcPct val="100000"/>
                        </a:lnSpc>
                        <a:spcBef>
                          <a:spcPts val="0"/>
                        </a:spcBef>
                        <a:spcAft>
                          <a:spcPts val="0"/>
                        </a:spcAft>
                        <a:buClrTx/>
                        <a:buSzTx/>
                        <a:buFontTx/>
                        <a:buNone/>
                        <a:tabLst/>
                        <a:defRPr/>
                      </a:pPr>
                      <a:r>
                        <a:rPr lang="de-DE" sz="900" b="1" kern="1200" dirty="0">
                          <a:solidFill>
                            <a:schemeClr val="bg1"/>
                          </a:solidFill>
                          <a:latin typeface="Franklin Gothic Book" panose="020B0503020102020204" pitchFamily="34" charset="0"/>
                          <a:ea typeface="+mn-ea"/>
                          <a:cs typeface="+mn-cs"/>
                        </a:rPr>
                        <a:t>Description </a:t>
                      </a:r>
                      <a:r>
                        <a:rPr lang="de-DE" sz="900" b="1" kern="1200" dirty="0" err="1">
                          <a:solidFill>
                            <a:schemeClr val="bg1"/>
                          </a:solidFill>
                          <a:latin typeface="Franklin Gothic Book" panose="020B0503020102020204" pitchFamily="34" charset="0"/>
                          <a:ea typeface="+mn-ea"/>
                          <a:cs typeface="+mn-cs"/>
                        </a:rPr>
                        <a:t>of</a:t>
                      </a:r>
                      <a:r>
                        <a:rPr lang="de-DE" sz="900" b="1" kern="1200" dirty="0">
                          <a:solidFill>
                            <a:schemeClr val="bg1"/>
                          </a:solidFill>
                          <a:latin typeface="Franklin Gothic Book" panose="020B0503020102020204" pitchFamily="34" charset="0"/>
                          <a:ea typeface="+mn-ea"/>
                          <a:cs typeface="+mn-cs"/>
                        </a:rPr>
                        <a:t> </a:t>
                      </a:r>
                      <a:r>
                        <a:rPr lang="de-DE" sz="900" b="1" kern="1200" dirty="0" err="1">
                          <a:solidFill>
                            <a:schemeClr val="bg1"/>
                          </a:solidFill>
                          <a:latin typeface="Franklin Gothic Book" panose="020B0503020102020204" pitchFamily="34" charset="0"/>
                          <a:ea typeface="+mn-ea"/>
                          <a:cs typeface="+mn-cs"/>
                        </a:rPr>
                        <a:t>product</a:t>
                      </a:r>
                      <a:r>
                        <a:rPr lang="de-DE" sz="900" b="1" kern="1200" dirty="0">
                          <a:solidFill>
                            <a:schemeClr val="bg1"/>
                          </a:solidFill>
                          <a:latin typeface="Franklin Gothic Book" panose="020B0503020102020204" pitchFamily="34" charset="0"/>
                          <a:ea typeface="+mn-ea"/>
                          <a:cs typeface="+mn-cs"/>
                        </a:rPr>
                        <a:t> :</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661C31"/>
                    </a:solidFill>
                  </a:tcPr>
                </a:tc>
                <a:extLst>
                  <a:ext uri="{0D108BD9-81ED-4DB2-BD59-A6C34878D82A}">
                    <a16:rowId xmlns:a16="http://schemas.microsoft.com/office/drawing/2014/main" val="10000"/>
                  </a:ext>
                </a:extLst>
              </a:tr>
              <a:tr h="540000">
                <a:tc>
                  <a:txBody>
                    <a:bodyPr/>
                    <a:lstStyle>
                      <a:lvl1pPr marL="0" algn="l" defTabSz="1008126" rtl="0" eaLnBrk="1" latinLnBrk="0" hangingPunct="1">
                        <a:defRPr sz="1985" kern="1200">
                          <a:solidFill>
                            <a:schemeClr val="dk1"/>
                          </a:solidFill>
                          <a:latin typeface="DINOT"/>
                        </a:defRPr>
                      </a:lvl1pPr>
                      <a:lvl2pPr marL="504063" algn="l" defTabSz="1008126" rtl="0" eaLnBrk="1" latinLnBrk="0" hangingPunct="1">
                        <a:defRPr sz="1985" kern="1200">
                          <a:solidFill>
                            <a:schemeClr val="dk1"/>
                          </a:solidFill>
                          <a:latin typeface="DINOT"/>
                        </a:defRPr>
                      </a:lvl2pPr>
                      <a:lvl3pPr marL="1008126" algn="l" defTabSz="1008126" rtl="0" eaLnBrk="1" latinLnBrk="0" hangingPunct="1">
                        <a:defRPr sz="1985" kern="1200">
                          <a:solidFill>
                            <a:schemeClr val="dk1"/>
                          </a:solidFill>
                          <a:latin typeface="DINOT"/>
                        </a:defRPr>
                      </a:lvl3pPr>
                      <a:lvl4pPr marL="1512189" algn="l" defTabSz="1008126" rtl="0" eaLnBrk="1" latinLnBrk="0" hangingPunct="1">
                        <a:defRPr sz="1985" kern="1200">
                          <a:solidFill>
                            <a:schemeClr val="dk1"/>
                          </a:solidFill>
                          <a:latin typeface="DINOT"/>
                        </a:defRPr>
                      </a:lvl4pPr>
                      <a:lvl5pPr marL="2016252" algn="l" defTabSz="1008126" rtl="0" eaLnBrk="1" latinLnBrk="0" hangingPunct="1">
                        <a:defRPr sz="1985" kern="1200">
                          <a:solidFill>
                            <a:schemeClr val="dk1"/>
                          </a:solidFill>
                          <a:latin typeface="DINOT"/>
                        </a:defRPr>
                      </a:lvl5pPr>
                      <a:lvl6pPr marL="2520315" algn="l" defTabSz="1008126" rtl="0" eaLnBrk="1" latinLnBrk="0" hangingPunct="1">
                        <a:defRPr sz="1985" kern="1200">
                          <a:solidFill>
                            <a:schemeClr val="dk1"/>
                          </a:solidFill>
                          <a:latin typeface="DINOT"/>
                        </a:defRPr>
                      </a:lvl6pPr>
                      <a:lvl7pPr marL="3024378" algn="l" defTabSz="1008126" rtl="0" eaLnBrk="1" latinLnBrk="0" hangingPunct="1">
                        <a:defRPr sz="1985" kern="1200">
                          <a:solidFill>
                            <a:schemeClr val="dk1"/>
                          </a:solidFill>
                          <a:latin typeface="DINOT"/>
                        </a:defRPr>
                      </a:lvl7pPr>
                      <a:lvl8pPr marL="3528441" algn="l" defTabSz="1008126" rtl="0" eaLnBrk="1" latinLnBrk="0" hangingPunct="1">
                        <a:defRPr sz="1985" kern="1200">
                          <a:solidFill>
                            <a:schemeClr val="dk1"/>
                          </a:solidFill>
                          <a:latin typeface="DINOT"/>
                        </a:defRPr>
                      </a:lvl8pPr>
                      <a:lvl9pPr marL="4032504" algn="l" defTabSz="1008126" rtl="0" eaLnBrk="1" latinLnBrk="0" hangingPunct="1">
                        <a:defRPr sz="1985" kern="1200">
                          <a:solidFill>
                            <a:schemeClr val="dk1"/>
                          </a:solidFill>
                          <a:latin typeface="DINOT"/>
                        </a:defRPr>
                      </a:lvl9p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800" kern="1200" dirty="0">
                          <a:solidFill>
                            <a:srgbClr val="661C31"/>
                          </a:solidFill>
                          <a:latin typeface="Franklin Gothic Book" panose="020B0503020102020204" pitchFamily="34" charset="0"/>
                          <a:ea typeface="+mn-ea"/>
                          <a:cs typeface="+mn-cs"/>
                        </a:rPr>
                        <a:t>This bar is a mixture of cereals, whole grain flakes, whole milk chocolate and other ingredients. After homogenisation and forming the ingredient mass is cut into portions and the base is covered with milk chocolate. </a:t>
                      </a:r>
                      <a:endParaRPr lang="de-DE" sz="800" kern="1200" noProof="0" dirty="0">
                        <a:solidFill>
                          <a:srgbClr val="661C31"/>
                        </a:solidFill>
                        <a:latin typeface="Franklin Gothic Book" panose="020B0503020102020204" pitchFamily="34" charset="0"/>
                        <a:ea typeface="+mn-ea"/>
                        <a:cs typeface="+mn-cs"/>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bl>
          </a:graphicData>
        </a:graphic>
      </p:graphicFrame>
      <p:graphicFrame>
        <p:nvGraphicFramePr>
          <p:cNvPr id="5" name="Tabelle 4">
            <a:extLst>
              <a:ext uri="{FF2B5EF4-FFF2-40B4-BE49-F238E27FC236}">
                <a16:creationId xmlns:a16="http://schemas.microsoft.com/office/drawing/2014/main" id="{7CD1225E-2159-988B-E19D-96D8C2167C69}"/>
              </a:ext>
            </a:extLst>
          </p:cNvPr>
          <p:cNvGraphicFramePr>
            <a:graphicFrameLocks noGrp="1"/>
          </p:cNvGraphicFramePr>
          <p:nvPr>
            <p:extLst>
              <p:ext uri="{D42A27DB-BD31-4B8C-83A1-F6EECF244321}">
                <p14:modId xmlns:p14="http://schemas.microsoft.com/office/powerpoint/2010/main" val="40434852"/>
              </p:ext>
            </p:extLst>
          </p:nvPr>
        </p:nvGraphicFramePr>
        <p:xfrm>
          <a:off x="2128091" y="829007"/>
          <a:ext cx="4032506" cy="4053840"/>
        </p:xfrm>
        <a:graphic>
          <a:graphicData uri="http://schemas.openxmlformats.org/drawingml/2006/table">
            <a:tbl>
              <a:tblPr firstRow="1" bandRow="1">
                <a:tableStyleId>{5C22544A-7EE6-4342-B048-85BDC9FD1C3A}</a:tableStyleId>
              </a:tblPr>
              <a:tblGrid>
                <a:gridCol w="1381443">
                  <a:extLst>
                    <a:ext uri="{9D8B030D-6E8A-4147-A177-3AD203B41FA5}">
                      <a16:colId xmlns:a16="http://schemas.microsoft.com/office/drawing/2014/main" val="20000"/>
                    </a:ext>
                  </a:extLst>
                </a:gridCol>
                <a:gridCol w="2250446">
                  <a:extLst>
                    <a:ext uri="{9D8B030D-6E8A-4147-A177-3AD203B41FA5}">
                      <a16:colId xmlns:a16="http://schemas.microsoft.com/office/drawing/2014/main" val="20001"/>
                    </a:ext>
                  </a:extLst>
                </a:gridCol>
                <a:gridCol w="400617">
                  <a:extLst>
                    <a:ext uri="{9D8B030D-6E8A-4147-A177-3AD203B41FA5}">
                      <a16:colId xmlns:a16="http://schemas.microsoft.com/office/drawing/2014/main" val="20002"/>
                    </a:ext>
                  </a:extLst>
                </a:gridCol>
              </a:tblGrid>
              <a:tr h="155345">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en-GB" sz="900" b="1" kern="1200" noProof="0" dirty="0">
                          <a:solidFill>
                            <a:schemeClr val="bg1"/>
                          </a:solidFill>
                          <a:latin typeface="Franklin Gothic Book" panose="020B0503020102020204" pitchFamily="34" charset="0"/>
                          <a:ea typeface="+mn-ea"/>
                          <a:cs typeface="+mn-cs"/>
                        </a:rPr>
                        <a:t>Ingredients</a:t>
                      </a:r>
                    </a:p>
                  </a:txBody>
                  <a:tcPr>
                    <a:solidFill>
                      <a:srgbClr val="661C31"/>
                    </a:solidFill>
                  </a:tcPr>
                </a:tc>
                <a:tc>
                  <a:txBody>
                    <a:bodyPr/>
                    <a:lstStyle/>
                    <a:p>
                      <a:pPr algn="ctr"/>
                      <a:endParaRPr lang="en-GB" sz="1000" noProof="0" dirty="0">
                        <a:solidFill>
                          <a:schemeClr val="bg1"/>
                        </a:solidFill>
                        <a:latin typeface="Franklin Gothic Book" panose="020B0503020102020204" pitchFamily="34" charset="0"/>
                      </a:endParaRPr>
                    </a:p>
                  </a:txBody>
                  <a:tcPr>
                    <a:solidFill>
                      <a:srgbClr val="661C31"/>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en-GB" sz="900" b="1" kern="1200" noProof="0" dirty="0">
                          <a:solidFill>
                            <a:schemeClr val="bg1"/>
                          </a:solidFill>
                          <a:latin typeface="Franklin Gothic Book" panose="020B0503020102020204" pitchFamily="34" charset="0"/>
                          <a:ea typeface="+mn-ea"/>
                          <a:cs typeface="+mn-cs"/>
                        </a:rPr>
                        <a:t>In</a:t>
                      </a:r>
                      <a:r>
                        <a:rPr lang="en-GB" sz="1000" kern="1200" noProof="0" dirty="0">
                          <a:solidFill>
                            <a:schemeClr val="bg1"/>
                          </a:solidFill>
                          <a:latin typeface="Franklin Gothic Book" panose="020B0503020102020204" pitchFamily="34" charset="0"/>
                          <a:ea typeface="+mn-ea"/>
                          <a:cs typeface="+mn-cs"/>
                        </a:rPr>
                        <a:t> %</a:t>
                      </a:r>
                    </a:p>
                  </a:txBody>
                  <a:tcPr>
                    <a:solidFill>
                      <a:srgbClr val="661C31"/>
                    </a:solidFill>
                  </a:tcPr>
                </a:tc>
                <a:extLst>
                  <a:ext uri="{0D108BD9-81ED-4DB2-BD59-A6C34878D82A}">
                    <a16:rowId xmlns:a16="http://schemas.microsoft.com/office/drawing/2014/main" val="10000"/>
                  </a:ext>
                </a:extLst>
              </a:tr>
              <a:tr h="324000">
                <a:tc>
                  <a:txBody>
                    <a:bodyPr/>
                    <a:lstStyle/>
                    <a:p>
                      <a:r>
                        <a:rPr lang="en-GB" sz="800" noProof="0" dirty="0">
                          <a:solidFill>
                            <a:srgbClr val="661C31"/>
                          </a:solidFill>
                          <a:latin typeface="Franklin Gothic Book" panose="020B0503020102020204" pitchFamily="34" charset="0"/>
                        </a:rPr>
                        <a:t>whole milk chocolate </a:t>
                      </a:r>
                    </a:p>
                  </a:txBody>
                  <a:tcPr>
                    <a:solidFill>
                      <a:srgbClr val="F2F2F2"/>
                    </a:solidFill>
                  </a:tcPr>
                </a:tc>
                <a:tc>
                  <a:txBody>
                    <a:bodyPr/>
                    <a:lstStyle/>
                    <a:p>
                      <a:r>
                        <a:rPr lang="en-GB" sz="800" noProof="0" dirty="0">
                          <a:solidFill>
                            <a:srgbClr val="661C31"/>
                          </a:solidFill>
                          <a:latin typeface="Franklin Gothic Book" panose="020B0503020102020204" pitchFamily="34" charset="0"/>
                        </a:rPr>
                        <a:t>sugar, whole MILK powder, cocoa butter, cocoa mass, emulsifier: </a:t>
                      </a:r>
                      <a:r>
                        <a:rPr lang="en-GB" sz="800" noProof="0" dirty="0" err="1">
                          <a:solidFill>
                            <a:srgbClr val="661C31"/>
                          </a:solidFill>
                          <a:latin typeface="Franklin Gothic Book" panose="020B0503020102020204" pitchFamily="34" charset="0"/>
                        </a:rPr>
                        <a:t>lecithins</a:t>
                      </a:r>
                      <a:r>
                        <a:rPr lang="en-GB" sz="800" noProof="0" dirty="0">
                          <a:solidFill>
                            <a:srgbClr val="661C31"/>
                          </a:solidFill>
                          <a:latin typeface="Franklin Gothic Book" panose="020B0503020102020204" pitchFamily="34" charset="0"/>
                        </a:rPr>
                        <a:t> </a:t>
                      </a:r>
                    </a:p>
                  </a:txBody>
                  <a:tcPr>
                    <a:solidFill>
                      <a:srgbClr val="F2F2F2"/>
                    </a:solidFill>
                  </a:tcPr>
                </a:tc>
                <a:tc>
                  <a:txBody>
                    <a:bodyPr/>
                    <a:lstStyle/>
                    <a:p>
                      <a:pPr algn="ctr"/>
                      <a:r>
                        <a:rPr lang="en-GB" sz="800" i="0" noProof="0" dirty="0">
                          <a:solidFill>
                            <a:srgbClr val="661C31"/>
                          </a:solidFill>
                          <a:latin typeface="Franklin Gothic Book" panose="020B0503020102020204" pitchFamily="34" charset="0"/>
                        </a:rPr>
                        <a:t>24,0</a:t>
                      </a:r>
                    </a:p>
                  </a:txBody>
                  <a:tcPr>
                    <a:solidFill>
                      <a:srgbClr val="F2F2F2"/>
                    </a:solidFill>
                  </a:tcPr>
                </a:tc>
                <a:extLst>
                  <a:ext uri="{0D108BD9-81ED-4DB2-BD59-A6C34878D82A}">
                    <a16:rowId xmlns:a16="http://schemas.microsoft.com/office/drawing/2014/main" val="10002"/>
                  </a:ext>
                </a:extLst>
              </a:tr>
              <a:tr h="180000">
                <a:tc>
                  <a:txBody>
                    <a:bodyPr/>
                    <a:lstStyle/>
                    <a:p>
                      <a:r>
                        <a:rPr lang="en-GB" sz="800" kern="1200" noProof="0" dirty="0">
                          <a:solidFill>
                            <a:srgbClr val="661C31"/>
                          </a:solidFill>
                          <a:latin typeface="Franklin Gothic Book" panose="020B0503020102020204" pitchFamily="34" charset="0"/>
                          <a:ea typeface="+mn-ea"/>
                          <a:cs typeface="+mn-cs"/>
                        </a:rPr>
                        <a:t>glucose-fructose syrup</a:t>
                      </a:r>
                    </a:p>
                  </a:txBody>
                  <a:tcPr>
                    <a:solidFill>
                      <a:srgbClr val="D9D9D9"/>
                    </a:solidFill>
                  </a:tcPr>
                </a:tc>
                <a:tc>
                  <a:txBody>
                    <a:bodyPr/>
                    <a:lstStyle/>
                    <a:p>
                      <a:endParaRPr lang="en-GB" sz="800" kern="1200" noProof="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algn="ctr"/>
                      <a:r>
                        <a:rPr lang="en-GB" sz="800" i="0" noProof="0" dirty="0">
                          <a:solidFill>
                            <a:srgbClr val="661C31"/>
                          </a:solidFill>
                          <a:latin typeface="Franklin Gothic Book" panose="020B0503020102020204" pitchFamily="34" charset="0"/>
                        </a:rPr>
                        <a:t>17,1</a:t>
                      </a:r>
                    </a:p>
                  </a:txBody>
                  <a:tcPr>
                    <a:solidFill>
                      <a:srgbClr val="D9D9D9"/>
                    </a:solidFill>
                  </a:tcPr>
                </a:tc>
                <a:extLst>
                  <a:ext uri="{0D108BD9-81ED-4DB2-BD59-A6C34878D82A}">
                    <a16:rowId xmlns:a16="http://schemas.microsoft.com/office/drawing/2014/main" val="1160502577"/>
                  </a:ext>
                </a:extLst>
              </a:tr>
              <a:tr h="131656">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en-GB" sz="800" kern="1200" noProof="0" dirty="0">
                          <a:solidFill>
                            <a:srgbClr val="661C31"/>
                          </a:solidFill>
                          <a:latin typeface="Franklin Gothic Book" panose="020B0503020102020204" pitchFamily="34" charset="0"/>
                          <a:ea typeface="+mn-ea"/>
                          <a:cs typeface="+mn-cs"/>
                        </a:rPr>
                        <a:t>cereal extrudate </a:t>
                      </a:r>
                    </a:p>
                    <a:p>
                      <a:endParaRPr lang="en-GB" sz="800" kern="1200" noProof="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en-GB" sz="800" kern="1200" noProof="0" dirty="0">
                          <a:solidFill>
                            <a:srgbClr val="661C31"/>
                          </a:solidFill>
                          <a:latin typeface="Franklin Gothic Book" panose="020B0503020102020204" pitchFamily="34" charset="0"/>
                          <a:ea typeface="+mn-ea"/>
                          <a:cs typeface="+mn-cs"/>
                        </a:rPr>
                        <a:t>WHEAT flour, rice flour, BARLEY malt flour, sugar, maize flour, salt</a:t>
                      </a:r>
                    </a:p>
                  </a:txBody>
                  <a:tcPr>
                    <a:solidFill>
                      <a:srgbClr val="F2F2F2"/>
                    </a:solidFill>
                  </a:tcPr>
                </a:tc>
                <a:tc>
                  <a:txBody>
                    <a:bodyPr/>
                    <a:lstStyle/>
                    <a:p>
                      <a:pPr algn="ctr"/>
                      <a:r>
                        <a:rPr lang="en-GB" sz="800" i="0" noProof="0" dirty="0">
                          <a:solidFill>
                            <a:srgbClr val="661C31"/>
                          </a:solidFill>
                          <a:latin typeface="Franklin Gothic Book" panose="020B0503020102020204" pitchFamily="34" charset="0"/>
                        </a:rPr>
                        <a:t>13,3</a:t>
                      </a:r>
                    </a:p>
                  </a:txBody>
                  <a:tcPr>
                    <a:solidFill>
                      <a:srgbClr val="F2F2F2"/>
                    </a:solidFill>
                  </a:tcPr>
                </a:tc>
                <a:extLst>
                  <a:ext uri="{0D108BD9-81ED-4DB2-BD59-A6C34878D82A}">
                    <a16:rowId xmlns:a16="http://schemas.microsoft.com/office/drawing/2014/main" val="10003"/>
                  </a:ext>
                </a:extLst>
              </a:tr>
              <a:tr h="180000">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en-GB" sz="800" noProof="0" dirty="0">
                          <a:solidFill>
                            <a:srgbClr val="661C31"/>
                          </a:solidFill>
                          <a:latin typeface="Franklin Gothic Book" panose="020B0503020102020204" pitchFamily="34" charset="0"/>
                        </a:rPr>
                        <a:t>sugared banana chips pieces </a:t>
                      </a:r>
                      <a:endParaRPr lang="en-GB" sz="800" kern="1200" noProof="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r>
                        <a:rPr lang="en-GB" sz="800" noProof="0" dirty="0">
                          <a:solidFill>
                            <a:srgbClr val="661C31"/>
                          </a:solidFill>
                          <a:latin typeface="Franklin Gothic Book" panose="020B0503020102020204" pitchFamily="34" charset="0"/>
                        </a:rPr>
                        <a:t>bananas, coconut oil, sugar</a:t>
                      </a:r>
                    </a:p>
                  </a:txBody>
                  <a:tcPr>
                    <a:solidFill>
                      <a:srgbClr val="D9D9D9"/>
                    </a:solidFill>
                  </a:tcPr>
                </a:tc>
                <a:tc>
                  <a:txBody>
                    <a:bodyPr/>
                    <a:lstStyle/>
                    <a:p>
                      <a:pPr algn="ctr"/>
                      <a:r>
                        <a:rPr lang="en-GB" sz="800" i="0" noProof="0" dirty="0">
                          <a:solidFill>
                            <a:srgbClr val="661C31"/>
                          </a:solidFill>
                          <a:latin typeface="Franklin Gothic Book" panose="020B0503020102020204" pitchFamily="34" charset="0"/>
                        </a:rPr>
                        <a:t>9,8</a:t>
                      </a:r>
                    </a:p>
                  </a:txBody>
                  <a:tcPr>
                    <a:solidFill>
                      <a:srgbClr val="D9D9D9"/>
                    </a:solidFill>
                  </a:tcPr>
                </a:tc>
                <a:extLst>
                  <a:ext uri="{0D108BD9-81ED-4DB2-BD59-A6C34878D82A}">
                    <a16:rowId xmlns:a16="http://schemas.microsoft.com/office/drawing/2014/main" val="10004"/>
                  </a:ext>
                </a:extLst>
              </a:tr>
              <a:tr h="180000">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en-GB" sz="800" kern="1200" noProof="0" dirty="0">
                          <a:solidFill>
                            <a:srgbClr val="661C31"/>
                          </a:solidFill>
                          <a:latin typeface="Franklin Gothic Book" panose="020B0503020102020204" pitchFamily="34" charset="0"/>
                          <a:ea typeface="+mn-ea"/>
                          <a:cs typeface="+mn-cs"/>
                        </a:rPr>
                        <a:t>glucose syrup</a:t>
                      </a:r>
                    </a:p>
                  </a:txBody>
                  <a:tcPr>
                    <a:solidFill>
                      <a:srgbClr val="F2F2F2"/>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lang="en-GB" sz="800" kern="1200" noProof="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algn="ctr"/>
                      <a:r>
                        <a:rPr lang="en-GB" sz="800" i="0" noProof="0" dirty="0">
                          <a:solidFill>
                            <a:srgbClr val="661C31"/>
                          </a:solidFill>
                          <a:latin typeface="Franklin Gothic Book" panose="020B0503020102020204" pitchFamily="34" charset="0"/>
                        </a:rPr>
                        <a:t>9,2</a:t>
                      </a:r>
                    </a:p>
                  </a:txBody>
                  <a:tcPr>
                    <a:solidFill>
                      <a:srgbClr val="F2F2F2"/>
                    </a:solidFill>
                  </a:tcPr>
                </a:tc>
                <a:extLst>
                  <a:ext uri="{0D108BD9-81ED-4DB2-BD59-A6C34878D82A}">
                    <a16:rowId xmlns:a16="http://schemas.microsoft.com/office/drawing/2014/main" val="10005"/>
                  </a:ext>
                </a:extLst>
              </a:tr>
              <a:tr h="180000">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en-GB" sz="800" kern="1200" noProof="0" dirty="0">
                          <a:solidFill>
                            <a:srgbClr val="661C31"/>
                          </a:solidFill>
                          <a:latin typeface="Franklin Gothic Book" panose="020B0503020102020204" pitchFamily="34" charset="0"/>
                          <a:ea typeface="+mn-ea"/>
                          <a:cs typeface="+mn-cs"/>
                        </a:rPr>
                        <a:t>whole grain OAT flakes</a:t>
                      </a:r>
                    </a:p>
                  </a:txBody>
                  <a:tcPr>
                    <a:solidFill>
                      <a:srgbClr val="D9D9D9"/>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dirty="0">
                        <a:ln>
                          <a:noFill/>
                        </a:ln>
                        <a:solidFill>
                          <a:srgbClr val="661C31"/>
                        </a:solidFill>
                        <a:effectLst/>
                        <a:uLnTx/>
                        <a:uFillTx/>
                        <a:latin typeface="Franklin Gothic Book" panose="020B0503020102020204" pitchFamily="34" charset="0"/>
                        <a:ea typeface="+mn-ea"/>
                        <a:cs typeface="+mn-cs"/>
                      </a:endParaRPr>
                    </a:p>
                  </a:txBody>
                  <a:tcPr>
                    <a:solidFill>
                      <a:srgbClr val="D9D9D9"/>
                    </a:solidFill>
                  </a:tcPr>
                </a:tc>
                <a:tc>
                  <a:txBody>
                    <a:bodyPr/>
                    <a:lstStyle/>
                    <a:p>
                      <a:pPr algn="ctr"/>
                      <a:r>
                        <a:rPr lang="en-GB" sz="800" noProof="0" dirty="0">
                          <a:solidFill>
                            <a:srgbClr val="661C31"/>
                          </a:solidFill>
                          <a:latin typeface="Franklin Gothic Book" panose="020B0503020102020204" pitchFamily="34" charset="0"/>
                        </a:rPr>
                        <a:t>8,8</a:t>
                      </a:r>
                    </a:p>
                  </a:txBody>
                  <a:tcPr>
                    <a:solidFill>
                      <a:srgbClr val="D9D9D9"/>
                    </a:solidFill>
                  </a:tcPr>
                </a:tc>
                <a:extLst>
                  <a:ext uri="{0D108BD9-81ED-4DB2-BD59-A6C34878D82A}">
                    <a16:rowId xmlns:a16="http://schemas.microsoft.com/office/drawing/2014/main" val="2093215701"/>
                  </a:ext>
                </a:extLst>
              </a:tr>
              <a:tr h="198054">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en-GB" sz="800" kern="1200" noProof="0" dirty="0">
                          <a:solidFill>
                            <a:srgbClr val="661C31"/>
                          </a:solidFill>
                          <a:latin typeface="Franklin Gothic Book" panose="020B0503020102020204" pitchFamily="34" charset="0"/>
                          <a:ea typeface="+mn-ea"/>
                          <a:cs typeface="+mn-cs"/>
                        </a:rPr>
                        <a:t>whole grain WHEAT flakes</a:t>
                      </a:r>
                      <a:endParaRPr lang="en-GB" sz="800" noProof="0" dirty="0"/>
                    </a:p>
                  </a:txBody>
                  <a:tcPr>
                    <a:solidFill>
                      <a:srgbClr val="F2F2F2"/>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lang="en-GB" sz="800" kern="1200" noProof="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marL="0" algn="ctr" defTabSz="1043073" rtl="0" eaLnBrk="1" latinLnBrk="0" hangingPunct="1"/>
                      <a:r>
                        <a:rPr lang="en-GB" sz="800" kern="1200" noProof="0" dirty="0">
                          <a:solidFill>
                            <a:srgbClr val="661C31"/>
                          </a:solidFill>
                          <a:latin typeface="Franklin Gothic Book" panose="020B0503020102020204" pitchFamily="34" charset="0"/>
                          <a:ea typeface="+mn-ea"/>
                          <a:cs typeface="+mn-cs"/>
                        </a:rPr>
                        <a:t>8,8</a:t>
                      </a:r>
                    </a:p>
                  </a:txBody>
                  <a:tcPr>
                    <a:solidFill>
                      <a:srgbClr val="F2F2F2"/>
                    </a:solidFill>
                  </a:tcPr>
                </a:tc>
                <a:extLst>
                  <a:ext uri="{0D108BD9-81ED-4DB2-BD59-A6C34878D82A}">
                    <a16:rowId xmlns:a16="http://schemas.microsoft.com/office/drawing/2014/main" val="321929857"/>
                  </a:ext>
                </a:extLst>
              </a:tr>
              <a:tr h="198054">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en-GB" sz="800" kern="1200" noProof="0" dirty="0">
                          <a:solidFill>
                            <a:srgbClr val="661C31"/>
                          </a:solidFill>
                          <a:latin typeface="Franklin Gothic Book" panose="020B0503020102020204" pitchFamily="34" charset="0"/>
                          <a:ea typeface="+mn-ea"/>
                          <a:cs typeface="+mn-cs"/>
                        </a:rPr>
                        <a:t>sweetened cornflakes</a:t>
                      </a:r>
                    </a:p>
                    <a:p>
                      <a:pPr marL="0" marR="0" lvl="0" indent="0" algn="l" defTabSz="1043073" rtl="0" eaLnBrk="1" fontAlgn="auto" latinLnBrk="0" hangingPunct="1">
                        <a:lnSpc>
                          <a:spcPct val="100000"/>
                        </a:lnSpc>
                        <a:spcBef>
                          <a:spcPts val="0"/>
                        </a:spcBef>
                        <a:spcAft>
                          <a:spcPts val="0"/>
                        </a:spcAft>
                        <a:buClrTx/>
                        <a:buSzTx/>
                        <a:buFontTx/>
                        <a:buNone/>
                        <a:tabLst/>
                        <a:defRPr/>
                      </a:pPr>
                      <a:endParaRPr lang="en-GB" sz="800" kern="1200" noProof="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en-GB" sz="800" kern="1200" noProof="0" dirty="0">
                          <a:solidFill>
                            <a:srgbClr val="661C31"/>
                          </a:solidFill>
                          <a:latin typeface="Franklin Gothic Book" panose="020B0503020102020204" pitchFamily="34" charset="0"/>
                          <a:ea typeface="+mn-ea"/>
                          <a:cs typeface="+mn-cs"/>
                        </a:rPr>
                        <a:t>maize, sugar, salt, BARLEY malt extract, emulsifier: </a:t>
                      </a:r>
                      <a:r>
                        <a:rPr lang="en-GB" sz="800" kern="1200" noProof="0" dirty="0" err="1">
                          <a:solidFill>
                            <a:srgbClr val="661C31"/>
                          </a:solidFill>
                          <a:latin typeface="Franklin Gothic Book" panose="020B0503020102020204" pitchFamily="34" charset="0"/>
                          <a:ea typeface="+mn-ea"/>
                          <a:cs typeface="+mn-cs"/>
                        </a:rPr>
                        <a:t>lecithins</a:t>
                      </a:r>
                      <a:endParaRPr lang="en-GB" sz="800" kern="1200" noProof="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marL="0" algn="ctr" defTabSz="1043073" rtl="0" eaLnBrk="1" latinLnBrk="0" hangingPunct="1"/>
                      <a:r>
                        <a:rPr lang="en-GB" sz="800" kern="1200" noProof="0" dirty="0">
                          <a:solidFill>
                            <a:srgbClr val="661C31"/>
                          </a:solidFill>
                          <a:latin typeface="Franklin Gothic Book" panose="020B0503020102020204" pitchFamily="34" charset="0"/>
                          <a:ea typeface="+mn-ea"/>
                          <a:cs typeface="+mn-cs"/>
                        </a:rPr>
                        <a:t>2,6</a:t>
                      </a:r>
                    </a:p>
                  </a:txBody>
                  <a:tcPr>
                    <a:solidFill>
                      <a:srgbClr val="D9D9D9"/>
                    </a:solidFill>
                  </a:tcPr>
                </a:tc>
                <a:extLst>
                  <a:ext uri="{0D108BD9-81ED-4DB2-BD59-A6C34878D82A}">
                    <a16:rowId xmlns:a16="http://schemas.microsoft.com/office/drawing/2014/main" val="3316403012"/>
                  </a:ext>
                </a:extLst>
              </a:tr>
              <a:tr h="198054">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en-GB" sz="800" kern="1200" noProof="0" dirty="0">
                          <a:solidFill>
                            <a:srgbClr val="661C31"/>
                          </a:solidFill>
                          <a:latin typeface="Franklin Gothic Book" panose="020B0503020102020204" pitchFamily="34" charset="0"/>
                          <a:ea typeface="+mn-ea"/>
                          <a:cs typeface="+mn-cs"/>
                        </a:rPr>
                        <a:t>coconut fat</a:t>
                      </a:r>
                    </a:p>
                  </a:txBody>
                  <a:tcPr>
                    <a:solidFill>
                      <a:srgbClr val="F2F2F2"/>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lang="en-GB" sz="800" kern="1200" noProof="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marL="0" algn="ctr" defTabSz="1043073" rtl="0" eaLnBrk="1" latinLnBrk="0" hangingPunct="1"/>
                      <a:r>
                        <a:rPr lang="en-GB" sz="800" kern="1200" noProof="0" dirty="0">
                          <a:solidFill>
                            <a:srgbClr val="661C31"/>
                          </a:solidFill>
                          <a:latin typeface="Franklin Gothic Book" panose="020B0503020102020204" pitchFamily="34" charset="0"/>
                          <a:ea typeface="+mn-ea"/>
                          <a:cs typeface="+mn-cs"/>
                        </a:rPr>
                        <a:t>2,4</a:t>
                      </a:r>
                    </a:p>
                  </a:txBody>
                  <a:tcPr>
                    <a:solidFill>
                      <a:srgbClr val="F2F2F2"/>
                    </a:solidFill>
                  </a:tcPr>
                </a:tc>
                <a:extLst>
                  <a:ext uri="{0D108BD9-81ED-4DB2-BD59-A6C34878D82A}">
                    <a16:rowId xmlns:a16="http://schemas.microsoft.com/office/drawing/2014/main" val="643079691"/>
                  </a:ext>
                </a:extLst>
              </a:tr>
              <a:tr h="198054">
                <a:tc>
                  <a:txBody>
                    <a:bodyPr/>
                    <a:lstStyle/>
                    <a:p>
                      <a:pPr marL="0" algn="l" defTabSz="1043073" rtl="0" eaLnBrk="1" fontAlgn="t" latinLnBrk="0" hangingPunct="1"/>
                      <a:r>
                        <a:rPr lang="en-GB" sz="800" kern="1200" noProof="0" dirty="0">
                          <a:solidFill>
                            <a:srgbClr val="661C31"/>
                          </a:solidFill>
                          <a:latin typeface="Franklin Gothic Book" panose="020B0503020102020204" pitchFamily="34" charset="0"/>
                          <a:ea typeface="+mn-ea"/>
                          <a:cs typeface="+mn-cs"/>
                        </a:rPr>
                        <a:t>    </a:t>
                      </a:r>
                      <a:r>
                        <a:rPr lang="en-GB" sz="800" noProof="0" dirty="0">
                          <a:solidFill>
                            <a:srgbClr val="661C31"/>
                          </a:solidFill>
                          <a:latin typeface="Franklin Gothic Book" panose="020B0503020102020204" pitchFamily="34" charset="0"/>
                        </a:rPr>
                        <a:t>cereal cocoa extrudate</a:t>
                      </a:r>
                      <a:endParaRPr lang="en-GB" sz="800" kern="1200" noProof="0" dirty="0">
                        <a:solidFill>
                          <a:srgbClr val="661C31"/>
                        </a:solidFill>
                        <a:latin typeface="Franklin Gothic Book" panose="020B0503020102020204" pitchFamily="34" charset="0"/>
                        <a:ea typeface="+mn-ea"/>
                        <a:cs typeface="+mn-cs"/>
                      </a:endParaRPr>
                    </a:p>
                  </a:txBody>
                  <a:tcPr marL="0" marR="0" marT="0" marB="0">
                    <a:solidFill>
                      <a:srgbClr val="D9D9D9"/>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en-GB" sz="800" noProof="0" dirty="0">
                          <a:solidFill>
                            <a:srgbClr val="661C31"/>
                          </a:solidFill>
                          <a:latin typeface="Franklin Gothic Book" panose="020B0503020102020204" pitchFamily="34" charset="0"/>
                        </a:rPr>
                        <a:t>WHEAT flour, rice flour, maize semolina, fat reduced cocoa powder, BARLEY malt flour, salt </a:t>
                      </a:r>
                      <a:endParaRPr lang="en-GB" sz="800" kern="1200" noProof="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marL="0" algn="ctr" defTabSz="1043073" rtl="0" eaLnBrk="1" latinLnBrk="0" hangingPunct="1"/>
                      <a:r>
                        <a:rPr lang="en-GB" sz="800" kern="1200" noProof="0" dirty="0">
                          <a:solidFill>
                            <a:srgbClr val="661C31"/>
                          </a:solidFill>
                          <a:latin typeface="Franklin Gothic Book" panose="020B0503020102020204" pitchFamily="34" charset="0"/>
                          <a:ea typeface="+mn-ea"/>
                          <a:cs typeface="+mn-cs"/>
                        </a:rPr>
                        <a:t>1,7</a:t>
                      </a:r>
                    </a:p>
                  </a:txBody>
                  <a:tcPr>
                    <a:solidFill>
                      <a:srgbClr val="D9D9D9"/>
                    </a:solidFill>
                  </a:tcPr>
                </a:tc>
                <a:extLst>
                  <a:ext uri="{0D108BD9-81ED-4DB2-BD59-A6C34878D82A}">
                    <a16:rowId xmlns:a16="http://schemas.microsoft.com/office/drawing/2014/main" val="872678212"/>
                  </a:ext>
                </a:extLst>
              </a:tr>
              <a:tr h="198054">
                <a:tc>
                  <a:txBody>
                    <a:bodyPr/>
                    <a:lstStyle/>
                    <a:p>
                      <a:pPr marL="0" algn="l" defTabSz="1043073" rtl="0" eaLnBrk="1" latinLnBrk="0" hangingPunct="1"/>
                      <a:r>
                        <a:rPr lang="en-GB" sz="800" kern="1200" noProof="0" dirty="0">
                          <a:solidFill>
                            <a:srgbClr val="661C31"/>
                          </a:solidFill>
                          <a:latin typeface="Franklin Gothic Book" panose="020B0503020102020204" pitchFamily="34" charset="0"/>
                          <a:ea typeface="+mn-ea"/>
                          <a:cs typeface="+mn-cs"/>
                        </a:rPr>
                        <a:t>honey</a:t>
                      </a:r>
                    </a:p>
                  </a:txBody>
                  <a:tcPr>
                    <a:solidFill>
                      <a:srgbClr val="F2F2F2"/>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lang="en-GB" sz="800" kern="1200" noProof="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marL="0" algn="ctr" defTabSz="1043073" rtl="0" eaLnBrk="1" latinLnBrk="0" hangingPunct="1"/>
                      <a:r>
                        <a:rPr lang="en-GB" sz="800" kern="1200" noProof="0" dirty="0">
                          <a:solidFill>
                            <a:srgbClr val="661C31"/>
                          </a:solidFill>
                          <a:latin typeface="Franklin Gothic Book" panose="020B0503020102020204" pitchFamily="34" charset="0"/>
                          <a:ea typeface="+mn-ea"/>
                          <a:cs typeface="+mn-cs"/>
                        </a:rPr>
                        <a:t>1,0</a:t>
                      </a:r>
                    </a:p>
                  </a:txBody>
                  <a:tcPr>
                    <a:solidFill>
                      <a:srgbClr val="F2F2F2"/>
                    </a:solidFill>
                  </a:tcPr>
                </a:tc>
                <a:extLst>
                  <a:ext uri="{0D108BD9-81ED-4DB2-BD59-A6C34878D82A}">
                    <a16:rowId xmlns:a16="http://schemas.microsoft.com/office/drawing/2014/main" val="3145197526"/>
                  </a:ext>
                </a:extLst>
              </a:tr>
              <a:tr h="211987">
                <a:tc>
                  <a:txBody>
                    <a:bodyPr/>
                    <a:lstStyle/>
                    <a:p>
                      <a:pPr marL="0" algn="l" defTabSz="1043073" rtl="0" eaLnBrk="1" latinLnBrk="0" hangingPunct="1"/>
                      <a:r>
                        <a:rPr lang="en-GB" sz="800" noProof="0" dirty="0">
                          <a:solidFill>
                            <a:srgbClr val="661C31"/>
                          </a:solidFill>
                          <a:latin typeface="Franklin Gothic Book" panose="020B0503020102020204" pitchFamily="34" charset="0"/>
                        </a:rPr>
                        <a:t>natural flavouring</a:t>
                      </a:r>
                      <a:endParaRPr lang="en-GB" sz="800" kern="1200" noProof="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lang="en-GB" sz="800" kern="1200" noProof="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marL="0" algn="ctr" defTabSz="1043073" rtl="0" eaLnBrk="1" latinLnBrk="0" hangingPunct="1"/>
                      <a:endParaRPr lang="en-GB" sz="800" kern="1200" noProof="0" dirty="0">
                        <a:solidFill>
                          <a:srgbClr val="661C31"/>
                        </a:solidFill>
                        <a:latin typeface="Franklin Gothic Book" panose="020B0503020102020204" pitchFamily="34" charset="0"/>
                        <a:ea typeface="+mn-ea"/>
                        <a:cs typeface="+mn-cs"/>
                      </a:endParaRPr>
                    </a:p>
                  </a:txBody>
                  <a:tcPr>
                    <a:solidFill>
                      <a:srgbClr val="D9D9D9"/>
                    </a:solidFill>
                  </a:tcPr>
                </a:tc>
                <a:extLst>
                  <a:ext uri="{0D108BD9-81ED-4DB2-BD59-A6C34878D82A}">
                    <a16:rowId xmlns:a16="http://schemas.microsoft.com/office/drawing/2014/main" val="3144882877"/>
                  </a:ext>
                </a:extLst>
              </a:tr>
              <a:tr h="180000">
                <a:tc>
                  <a:txBody>
                    <a:bodyPr/>
                    <a:lstStyle/>
                    <a:p>
                      <a:pPr marL="0" algn="l" defTabSz="1043073" rtl="0" eaLnBrk="1" latinLnBrk="0" hangingPunct="1"/>
                      <a:r>
                        <a:rPr lang="en-GB" sz="800" kern="1200" noProof="0" dirty="0">
                          <a:solidFill>
                            <a:srgbClr val="661C31"/>
                          </a:solidFill>
                          <a:latin typeface="Franklin Gothic Book" panose="020B0503020102020204" pitchFamily="34" charset="0"/>
                          <a:ea typeface="+mn-ea"/>
                          <a:cs typeface="+mn-cs"/>
                        </a:rPr>
                        <a:t>humectant: glycerol</a:t>
                      </a:r>
                    </a:p>
                  </a:txBody>
                  <a:tcPr>
                    <a:solidFill>
                      <a:srgbClr val="F2F2F2"/>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lang="en-GB" sz="800" kern="1200" noProof="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marL="0" algn="ctr" defTabSz="1043073" rtl="0" eaLnBrk="1" latinLnBrk="0" hangingPunct="1"/>
                      <a:endParaRPr lang="en-GB" sz="800" kern="1200" noProof="0" dirty="0">
                        <a:solidFill>
                          <a:srgbClr val="661C31"/>
                        </a:solidFill>
                        <a:latin typeface="Franklin Gothic Book" panose="020B0503020102020204" pitchFamily="34" charset="0"/>
                        <a:ea typeface="+mn-ea"/>
                        <a:cs typeface="+mn-cs"/>
                      </a:endParaRPr>
                    </a:p>
                  </a:txBody>
                  <a:tcPr>
                    <a:solidFill>
                      <a:srgbClr val="F2F2F2"/>
                    </a:solidFill>
                  </a:tcPr>
                </a:tc>
                <a:extLst>
                  <a:ext uri="{0D108BD9-81ED-4DB2-BD59-A6C34878D82A}">
                    <a16:rowId xmlns:a16="http://schemas.microsoft.com/office/drawing/2014/main" val="2446520416"/>
                  </a:ext>
                </a:extLst>
              </a:tr>
              <a:tr h="180000">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r>
                        <a:rPr lang="en-GB" sz="800" kern="1200" noProof="0" dirty="0">
                          <a:solidFill>
                            <a:srgbClr val="661C31"/>
                          </a:solidFill>
                          <a:latin typeface="Franklin Gothic Book" panose="020B0503020102020204" pitchFamily="34" charset="0"/>
                          <a:ea typeface="+mn-ea"/>
                          <a:cs typeface="+mn-cs"/>
                        </a:rPr>
                        <a:t>emulsifier: </a:t>
                      </a:r>
                      <a:r>
                        <a:rPr lang="en-GB" sz="800" kern="1200" noProof="0" dirty="0" err="1">
                          <a:solidFill>
                            <a:srgbClr val="661C31"/>
                          </a:solidFill>
                          <a:latin typeface="Franklin Gothic Book" panose="020B0503020102020204" pitchFamily="34" charset="0"/>
                          <a:ea typeface="+mn-ea"/>
                          <a:cs typeface="+mn-cs"/>
                        </a:rPr>
                        <a:t>lecithins</a:t>
                      </a:r>
                      <a:endParaRPr lang="en-GB" sz="800" kern="1200" noProof="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lang="en-GB" sz="800" kern="1200" noProof="0" dirty="0">
                        <a:solidFill>
                          <a:srgbClr val="661C31"/>
                        </a:solidFill>
                        <a:latin typeface="Franklin Gothic Book" panose="020B0503020102020204" pitchFamily="34" charset="0"/>
                        <a:ea typeface="+mn-ea"/>
                        <a:cs typeface="+mn-cs"/>
                      </a:endParaRPr>
                    </a:p>
                  </a:txBody>
                  <a:tcPr>
                    <a:solidFill>
                      <a:srgbClr val="D9D9D9"/>
                    </a:solidFill>
                  </a:tcPr>
                </a:tc>
                <a:tc>
                  <a:txBody>
                    <a:bodyPr/>
                    <a:lstStyle/>
                    <a:p>
                      <a:pPr marL="0" algn="ctr" defTabSz="1043073" rtl="0" eaLnBrk="1" latinLnBrk="0" hangingPunct="1"/>
                      <a:endParaRPr lang="en-GB" sz="800" kern="1200" noProof="0" dirty="0">
                        <a:solidFill>
                          <a:srgbClr val="661C31"/>
                        </a:solidFill>
                        <a:latin typeface="Franklin Gothic Book" panose="020B0503020102020204" pitchFamily="34" charset="0"/>
                        <a:ea typeface="+mn-ea"/>
                        <a:cs typeface="+mn-cs"/>
                      </a:endParaRPr>
                    </a:p>
                  </a:txBody>
                  <a:tcPr>
                    <a:solidFill>
                      <a:srgbClr val="D9D9D9"/>
                    </a:solidFill>
                  </a:tcPr>
                </a:tc>
                <a:extLst>
                  <a:ext uri="{0D108BD9-81ED-4DB2-BD59-A6C34878D82A}">
                    <a16:rowId xmlns:a16="http://schemas.microsoft.com/office/drawing/2014/main" val="1595397605"/>
                  </a:ext>
                </a:extLst>
              </a:tr>
              <a:tr h="180000">
                <a:tc>
                  <a:txBody>
                    <a:bodyPr/>
                    <a:lstStyle/>
                    <a:p>
                      <a:pPr marL="0" algn="l" defTabSz="1043073" rtl="0" eaLnBrk="1" latinLnBrk="0" hangingPunct="1"/>
                      <a:r>
                        <a:rPr lang="en-GB" sz="800" kern="1200" noProof="0" dirty="0">
                          <a:solidFill>
                            <a:srgbClr val="661C31"/>
                          </a:solidFill>
                          <a:latin typeface="Franklin Gothic Book" panose="020B0503020102020204" pitchFamily="34" charset="0"/>
                          <a:ea typeface="+mn-ea"/>
                          <a:cs typeface="+mn-cs"/>
                        </a:rPr>
                        <a:t>salt</a:t>
                      </a:r>
                    </a:p>
                  </a:txBody>
                  <a:tcPr>
                    <a:solidFill>
                      <a:srgbClr val="F2F2F2"/>
                    </a:solidFill>
                  </a:tcPr>
                </a:tc>
                <a:tc>
                  <a:txBody>
                    <a:bodyPr/>
                    <a:lstStyle/>
                    <a:p>
                      <a:pPr marL="0" marR="0" lvl="0" indent="0" algn="l" defTabSz="1043073" rtl="0" eaLnBrk="1" fontAlgn="auto" latinLnBrk="0" hangingPunct="1">
                        <a:lnSpc>
                          <a:spcPct val="100000"/>
                        </a:lnSpc>
                        <a:spcBef>
                          <a:spcPts val="0"/>
                        </a:spcBef>
                        <a:spcAft>
                          <a:spcPts val="0"/>
                        </a:spcAft>
                        <a:buClrTx/>
                        <a:buSzTx/>
                        <a:buFontTx/>
                        <a:buNone/>
                        <a:tabLst/>
                        <a:defRPr/>
                      </a:pPr>
                      <a:endParaRPr lang="en-GB" sz="800" kern="1200" noProof="0" dirty="0">
                        <a:solidFill>
                          <a:srgbClr val="661C31"/>
                        </a:solidFill>
                        <a:latin typeface="Franklin Gothic Book" panose="020B0503020102020204" pitchFamily="34" charset="0"/>
                        <a:ea typeface="+mn-ea"/>
                        <a:cs typeface="+mn-cs"/>
                      </a:endParaRPr>
                    </a:p>
                  </a:txBody>
                  <a:tcPr>
                    <a:solidFill>
                      <a:srgbClr val="F2F2F2"/>
                    </a:solidFill>
                  </a:tcPr>
                </a:tc>
                <a:tc>
                  <a:txBody>
                    <a:bodyPr/>
                    <a:lstStyle/>
                    <a:p>
                      <a:pPr marL="0" algn="ctr" defTabSz="1043073" rtl="0" eaLnBrk="1" latinLnBrk="0" hangingPunct="1"/>
                      <a:endParaRPr lang="en-GB" sz="800" kern="1200" noProof="0" dirty="0">
                        <a:solidFill>
                          <a:srgbClr val="661C31"/>
                        </a:solidFill>
                        <a:latin typeface="Franklin Gothic Book" panose="020B0503020102020204" pitchFamily="34" charset="0"/>
                        <a:ea typeface="+mn-ea"/>
                        <a:cs typeface="+mn-cs"/>
                      </a:endParaRPr>
                    </a:p>
                  </a:txBody>
                  <a:tcPr>
                    <a:solidFill>
                      <a:srgbClr val="F2F2F2"/>
                    </a:solidFill>
                  </a:tcPr>
                </a:tc>
                <a:extLst>
                  <a:ext uri="{0D108BD9-81ED-4DB2-BD59-A6C34878D82A}">
                    <a16:rowId xmlns:a16="http://schemas.microsoft.com/office/drawing/2014/main" val="2065506063"/>
                  </a:ext>
                </a:extLst>
              </a:tr>
            </a:tbl>
          </a:graphicData>
        </a:graphic>
      </p:graphicFrame>
      <p:pic>
        <p:nvPicPr>
          <p:cNvPr id="13" name="Grafik 12" descr="Ein Bild, das Text, Logo, Schrift, Grafiken enthält.&#10;&#10;KI-generierte Inhalte können fehlerhaft sein.">
            <a:extLst>
              <a:ext uri="{FF2B5EF4-FFF2-40B4-BE49-F238E27FC236}">
                <a16:creationId xmlns:a16="http://schemas.microsoft.com/office/drawing/2014/main" id="{198B9F29-3073-54E8-F408-1F199E99C34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48353" y="3132559"/>
            <a:ext cx="845970" cy="507582"/>
          </a:xfrm>
          <a:prstGeom prst="rect">
            <a:avLst/>
          </a:prstGeom>
        </p:spPr>
      </p:pic>
      <p:pic>
        <p:nvPicPr>
          <p:cNvPr id="16" name="Grafik 15" descr="Ein Bild, das Essen, Snack, Im Haus enthält.&#10;&#10;KI-generierte Inhalte können fehlerhaft sein.">
            <a:extLst>
              <a:ext uri="{FF2B5EF4-FFF2-40B4-BE49-F238E27FC236}">
                <a16:creationId xmlns:a16="http://schemas.microsoft.com/office/drawing/2014/main" id="{E04CE8AD-2566-F114-97EA-20767DBBE51B}"/>
              </a:ext>
            </a:extLst>
          </p:cNvPr>
          <p:cNvPicPr>
            <a:picLocks noChangeAspect="1"/>
          </p:cNvPicPr>
          <p:nvPr/>
        </p:nvPicPr>
        <p:blipFill>
          <a:blip r:embed="rId5" cstate="print">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rcRect/>
          <a:stretch/>
        </p:blipFill>
        <p:spPr>
          <a:xfrm>
            <a:off x="6768033" y="1614807"/>
            <a:ext cx="3456384" cy="1377242"/>
          </a:xfrm>
          <a:prstGeom prst="rect">
            <a:avLst/>
          </a:prstGeom>
          <a:ln>
            <a:noFill/>
          </a:ln>
          <a:effectLst>
            <a:softEdge rad="112500"/>
          </a:effectLst>
        </p:spPr>
      </p:pic>
    </p:spTree>
    <p:extLst>
      <p:ext uri="{BB962C8B-B14F-4D97-AF65-F5344CB8AC3E}">
        <p14:creationId xmlns:p14="http://schemas.microsoft.com/office/powerpoint/2010/main" val="1299991375"/>
      </p:ext>
    </p:extLst>
  </p:cSld>
  <p:clrMapOvr>
    <a:masterClrMapping/>
  </p:clrMapOvr>
</p:sld>
</file>

<file path=ppt/theme/theme1.xml><?xml version="1.0" encoding="utf-8"?>
<a:theme xmlns:a="http://schemas.openxmlformats.org/drawingml/2006/main" name="Brüggen">
  <a:themeElements>
    <a:clrScheme name="Brueggen">
      <a:dk1>
        <a:srgbClr val="004689"/>
      </a:dk1>
      <a:lt1>
        <a:sysClr val="window" lastClr="FFFFFF"/>
      </a:lt1>
      <a:dk2>
        <a:srgbClr val="7F7F7F"/>
      </a:dk2>
      <a:lt2>
        <a:srgbClr val="D8D8D8"/>
      </a:lt2>
      <a:accent1>
        <a:srgbClr val="004689"/>
      </a:accent1>
      <a:accent2>
        <a:srgbClr val="E2001A"/>
      </a:accent2>
      <a:accent3>
        <a:srgbClr val="1EA7CF"/>
      </a:accent3>
      <a:accent4>
        <a:srgbClr val="5CC5ED"/>
      </a:accent4>
      <a:accent5>
        <a:srgbClr val="B5E1F5"/>
      </a:accent5>
      <a:accent6>
        <a:srgbClr val="E2007A"/>
      </a:accent6>
      <a:hlink>
        <a:srgbClr val="004689"/>
      </a:hlink>
      <a:folHlink>
        <a:srgbClr val="004689"/>
      </a:folHlink>
    </a:clrScheme>
    <a:fontScheme name="Brueggen">
      <a:majorFont>
        <a:latin typeface="DINOT-Bold"/>
        <a:ea typeface=""/>
        <a:cs typeface=""/>
      </a:majorFont>
      <a:minorFont>
        <a:latin typeface="DINO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sz="18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sz="1800" dirty="0" smtClean="0"/>
        </a:defPPr>
      </a:lstStyle>
    </a:txDef>
  </a:objectDefaults>
  <a:extraClrSchemeLst/>
  <a:extLst>
    <a:ext uri="{05A4C25C-085E-4340-85A3-A5531E510DB2}">
      <thm15:themeFamily xmlns:thm15="http://schemas.microsoft.com/office/thememl/2012/main" name="Präsentation1" id="{6A9D7987-835E-4584-B2C1-723FD82111F0}" vid="{142AE5CB-4B94-4A1C-A5DF-EDC9BAC7385D}"/>
    </a:ext>
  </a:extLst>
</a:theme>
</file>

<file path=ppt/theme/theme2.xml><?xml version="1.0" encoding="utf-8"?>
<a:theme xmlns:a="http://schemas.openxmlformats.org/drawingml/2006/main" name="1_Brüggen">
  <a:themeElements>
    <a:clrScheme name="Brueggen">
      <a:dk1>
        <a:srgbClr val="004689"/>
      </a:dk1>
      <a:lt1>
        <a:sysClr val="window" lastClr="FFFFFF"/>
      </a:lt1>
      <a:dk2>
        <a:srgbClr val="7F7F7F"/>
      </a:dk2>
      <a:lt2>
        <a:srgbClr val="D8D8D8"/>
      </a:lt2>
      <a:accent1>
        <a:srgbClr val="004689"/>
      </a:accent1>
      <a:accent2>
        <a:srgbClr val="E2001A"/>
      </a:accent2>
      <a:accent3>
        <a:srgbClr val="1EA7CF"/>
      </a:accent3>
      <a:accent4>
        <a:srgbClr val="5CC5ED"/>
      </a:accent4>
      <a:accent5>
        <a:srgbClr val="B5E1F5"/>
      </a:accent5>
      <a:accent6>
        <a:srgbClr val="E2007A"/>
      </a:accent6>
      <a:hlink>
        <a:srgbClr val="004689"/>
      </a:hlink>
      <a:folHlink>
        <a:srgbClr val="004689"/>
      </a:folHlink>
    </a:clrScheme>
    <a:fontScheme name="Brueggen">
      <a:majorFont>
        <a:latin typeface="DINOT-Bold"/>
        <a:ea typeface=""/>
        <a:cs typeface=""/>
      </a:majorFont>
      <a:minorFont>
        <a:latin typeface="DINO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sz="18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sz="1800" dirty="0" smtClean="0"/>
        </a:defPPr>
      </a:lstStyle>
    </a:txDef>
  </a:objectDefaults>
  <a:extraClrSchemeLst/>
  <a:extLst>
    <a:ext uri="{05A4C25C-085E-4340-85A3-A5531E510DB2}">
      <thm15:themeFamily xmlns:thm15="http://schemas.microsoft.com/office/thememl/2012/main" name="Präsentation1" id="{6A9D7987-835E-4584-B2C1-723FD82111F0}" vid="{142AE5CB-4B94-4A1C-A5DF-EDC9BAC7385D}"/>
    </a:ext>
  </a:extLst>
</a:theme>
</file>

<file path=ppt/theme/theme3.xml><?xml version="1.0" encoding="utf-8"?>
<a:theme xmlns:a="http://schemas.openxmlformats.org/drawingml/2006/main" name="Larissa">
  <a:themeElements>
    <a:clrScheme name="Brueggen">
      <a:dk1>
        <a:srgbClr val="004689"/>
      </a:dk1>
      <a:lt1>
        <a:sysClr val="window" lastClr="FFFFFF"/>
      </a:lt1>
      <a:dk2>
        <a:srgbClr val="7F7F7F"/>
      </a:dk2>
      <a:lt2>
        <a:srgbClr val="D8D8D8"/>
      </a:lt2>
      <a:accent1>
        <a:srgbClr val="004689"/>
      </a:accent1>
      <a:accent2>
        <a:srgbClr val="E2001A"/>
      </a:accent2>
      <a:accent3>
        <a:srgbClr val="1EA7CF"/>
      </a:accent3>
      <a:accent4>
        <a:srgbClr val="5CC5ED"/>
      </a:accent4>
      <a:accent5>
        <a:srgbClr val="B5E1F5"/>
      </a:accent5>
      <a:accent6>
        <a:srgbClr val="E2007A"/>
      </a:accent6>
      <a:hlink>
        <a:srgbClr val="004689"/>
      </a:hlink>
      <a:folHlink>
        <a:srgbClr val="004689"/>
      </a:folHlink>
    </a:clrScheme>
    <a:fontScheme name="Brueggen">
      <a:majorFont>
        <a:latin typeface="DINOT-Bold"/>
        <a:ea typeface=""/>
        <a:cs typeface=""/>
      </a:majorFont>
      <a:minorFont>
        <a:latin typeface="DINO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
  <a:themeElements>
    <a:clrScheme name="Brueggen">
      <a:dk1>
        <a:srgbClr val="004689"/>
      </a:dk1>
      <a:lt1>
        <a:sysClr val="window" lastClr="FFFFFF"/>
      </a:lt1>
      <a:dk2>
        <a:srgbClr val="7F7F7F"/>
      </a:dk2>
      <a:lt2>
        <a:srgbClr val="D8D8D8"/>
      </a:lt2>
      <a:accent1>
        <a:srgbClr val="004689"/>
      </a:accent1>
      <a:accent2>
        <a:srgbClr val="E2001A"/>
      </a:accent2>
      <a:accent3>
        <a:srgbClr val="1EA7CF"/>
      </a:accent3>
      <a:accent4>
        <a:srgbClr val="5CC5ED"/>
      </a:accent4>
      <a:accent5>
        <a:srgbClr val="B5E1F5"/>
      </a:accent5>
      <a:accent6>
        <a:srgbClr val="E2007A"/>
      </a:accent6>
      <a:hlink>
        <a:srgbClr val="004689"/>
      </a:hlink>
      <a:folHlink>
        <a:srgbClr val="004689"/>
      </a:folHlink>
    </a:clrScheme>
    <a:fontScheme name="Brueggen">
      <a:majorFont>
        <a:latin typeface="DINOT-Bold"/>
        <a:ea typeface=""/>
        <a:cs typeface=""/>
      </a:majorFont>
      <a:minorFont>
        <a:latin typeface="DINO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Flow_SignoffStatus xmlns="a8b93ac7-3440-4a5d-bfba-14b9df8d60ab" xsi:nil="true"/>
    <lcf76f155ced4ddcb4097134ff3c332f xmlns="a8b93ac7-3440-4a5d-bfba-14b9df8d60ab">
      <Terms xmlns="http://schemas.microsoft.com/office/infopath/2007/PartnerControls"/>
    </lcf76f155ced4ddcb4097134ff3c332f>
    <TaxCatchAll xmlns="a1898e6c-7304-4b58-94ac-ae166c4266fd" xsi:nil="true"/>
    <Myname xmlns="a8b93ac7-3440-4a5d-bfba-14b9df8d60a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A9A7D7B01688C40B96393EDFA5A917A" ma:contentTypeVersion="20" ma:contentTypeDescription="Crée un document." ma:contentTypeScope="" ma:versionID="44ae639bdaeeee28cb4667f09191d212">
  <xsd:schema xmlns:xsd="http://www.w3.org/2001/XMLSchema" xmlns:xs="http://www.w3.org/2001/XMLSchema" xmlns:p="http://schemas.microsoft.com/office/2006/metadata/properties" xmlns:ns2="a8b93ac7-3440-4a5d-bfba-14b9df8d60ab" xmlns:ns3="217ef9f1-9118-4ece-8043-580f6c18e255" xmlns:ns4="a1898e6c-7304-4b58-94ac-ae166c4266fd" targetNamespace="http://schemas.microsoft.com/office/2006/metadata/properties" ma:root="true" ma:fieldsID="8a37c25e8f1ebd0472fd7616cf0845f4" ns2:_="" ns3:_="" ns4:_="">
    <xsd:import namespace="a8b93ac7-3440-4a5d-bfba-14b9df8d60ab"/>
    <xsd:import namespace="217ef9f1-9118-4ece-8043-580f6c18e255"/>
    <xsd:import namespace="a1898e6c-7304-4b58-94ac-ae166c4266f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LengthInSeconds" minOccurs="0"/>
                <xsd:element ref="ns2:MediaServiceLocation" minOccurs="0"/>
                <xsd:element ref="ns2:MediaServiceObjectDetectorVersions" minOccurs="0"/>
                <xsd:element ref="ns2:Myname" minOccurs="0"/>
                <xsd:element ref="ns2:_Flow_SignoffStatu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b93ac7-3440-4a5d-bfba-14b9df8d60a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Balises d’images" ma:readOnly="false" ma:fieldId="{5cf76f15-5ced-4ddc-b409-7134ff3c332f}" ma:taxonomyMulti="true" ma:sspId="4746b5bc-1c2c-4445-b1e2-8bd04f42eab2"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description="" ma:indexed="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yname" ma:index="25" nillable="true" ma:displayName="My name" ma:format="Dropdown" ma:internalName="Myname">
      <xsd:simpleType>
        <xsd:restriction base="dms:Text">
          <xsd:maxLength value="255"/>
        </xsd:restriction>
      </xsd:simpleType>
    </xsd:element>
    <xsd:element name="_Flow_SignoffStatus" ma:index="26" nillable="true" ma:displayName="Status Unterschrift" ma:internalName="Status_x0020_Unterschrift">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17ef9f1-9118-4ece-8043-580f6c18e255"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1898e6c-7304-4b58-94ac-ae166c4266fd"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fe6e0a2-c1af-454e-a870-69ae260a8c0c}" ma:internalName="TaxCatchAll" ma:showField="CatchAllData" ma:web="217ef9f1-9118-4ece-8043-580f6c18e25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BC0896-1C52-49BD-B6A6-7C01BAFD5771}">
  <ds:schemaRefs>
    <ds:schemaRef ds:uri="http://www.w3.org/XML/1998/namespace"/>
    <ds:schemaRef ds:uri="217ef9f1-9118-4ece-8043-580f6c18e255"/>
    <ds:schemaRef ds:uri="http://schemas.microsoft.com/office/2006/documentManagement/types"/>
    <ds:schemaRef ds:uri="http://purl.org/dc/dcmitype/"/>
    <ds:schemaRef ds:uri="http://schemas.microsoft.com/office/infopath/2007/PartnerControls"/>
    <ds:schemaRef ds:uri="http://purl.org/dc/elements/1.1/"/>
    <ds:schemaRef ds:uri="http://schemas.openxmlformats.org/package/2006/metadata/core-properties"/>
    <ds:schemaRef ds:uri="a1898e6c-7304-4b58-94ac-ae166c4266fd"/>
    <ds:schemaRef ds:uri="a8b93ac7-3440-4a5d-bfba-14b9df8d60ab"/>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F38FFA9E-B348-4605-A4D6-9032E455CFF8}">
  <ds:schemaRefs>
    <ds:schemaRef ds:uri="http://schemas.microsoft.com/sharepoint/v3/contenttype/forms"/>
  </ds:schemaRefs>
</ds:datastoreItem>
</file>

<file path=customXml/itemProps3.xml><?xml version="1.0" encoding="utf-8"?>
<ds:datastoreItem xmlns:ds="http://schemas.openxmlformats.org/officeDocument/2006/customXml" ds:itemID="{C7F7FC49-8013-4008-A1FC-91723D3B294A}"/>
</file>

<file path=docProps/app.xml><?xml version="1.0" encoding="utf-8"?>
<Properties xmlns="http://schemas.openxmlformats.org/officeDocument/2006/extended-properties" xmlns:vt="http://schemas.openxmlformats.org/officeDocument/2006/docPropsVTypes">
  <Template>Brueggen_Master_2015</Template>
  <TotalTime>0</TotalTime>
  <Words>311</Words>
  <Application>Microsoft Office PowerPoint</Application>
  <PresentationFormat>Benutzerdefiniert</PresentationFormat>
  <Paragraphs>72</Paragraphs>
  <Slides>1</Slides>
  <Notes>1</Notes>
  <HiddenSlides>0</HiddenSlides>
  <MMClips>0</MMClips>
  <ScaleCrop>false</ScaleCrop>
  <HeadingPairs>
    <vt:vector size="6" baseType="variant">
      <vt:variant>
        <vt:lpstr>Verwendete Schriftarten</vt:lpstr>
      </vt:variant>
      <vt:variant>
        <vt:i4>6</vt:i4>
      </vt:variant>
      <vt:variant>
        <vt:lpstr>Design</vt:lpstr>
      </vt:variant>
      <vt:variant>
        <vt:i4>2</vt:i4>
      </vt:variant>
      <vt:variant>
        <vt:lpstr>Folientitel</vt:lpstr>
      </vt:variant>
      <vt:variant>
        <vt:i4>1</vt:i4>
      </vt:variant>
    </vt:vector>
  </HeadingPairs>
  <TitlesOfParts>
    <vt:vector size="9" baseType="lpstr">
      <vt:lpstr>Arial</vt:lpstr>
      <vt:lpstr>DINOT</vt:lpstr>
      <vt:lpstr>DINOT-Bold</vt:lpstr>
      <vt:lpstr>Franklin Gothic Book</vt:lpstr>
      <vt:lpstr>Franklin Gothic Demi</vt:lpstr>
      <vt:lpstr>Wingdings 3</vt:lpstr>
      <vt:lpstr>Brüggen</vt:lpstr>
      <vt:lpstr>1_Brüggen</vt:lpstr>
      <vt:lpstr>muesli bar with whole milk chocolate and banana (fts) REF.: 000004010807</vt:lpstr>
    </vt:vector>
  </TitlesOfParts>
  <Company>Brueggen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Bsp. Überschrift DIN OT BOLD, 55 PT</dc:title>
  <dc:creator>Britta Scholt</dc:creator>
  <cp:lastModifiedBy>Kimberly Giesenberg</cp:lastModifiedBy>
  <cp:revision>262</cp:revision>
  <cp:lastPrinted>2020-09-28T12:29:24Z</cp:lastPrinted>
  <dcterms:created xsi:type="dcterms:W3CDTF">2018-07-17T12:32:27Z</dcterms:created>
  <dcterms:modified xsi:type="dcterms:W3CDTF">2025-06-23T10:05:29Z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0x010100DA9A7D7B01688C40B96393EDFA5A917A</vt:lpwstr>
  </property>
  <property fmtid="{D5CDD505-2E9C-101B-9397-08002B2CF9AE}" pid="3" name="Order">
    <vt:r8>281000</vt:r8>
  </property>
  <property fmtid="{D5CDD505-2E9C-101B-9397-08002B2CF9AE}" pid="4" name="MediaServiceImageTags">
    <vt:lpwstr/>
  </property>
</Properties>
</file>