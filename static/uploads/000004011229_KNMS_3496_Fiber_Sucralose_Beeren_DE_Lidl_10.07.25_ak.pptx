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22" r:id="rId5"/>
  </p:sldMasterIdLst>
  <p:notesMasterIdLst>
    <p:notesMasterId r:id="rId7"/>
  </p:notesMasterIdLst>
  <p:handoutMasterIdLst>
    <p:handoutMasterId r:id="rId8"/>
  </p:handoutMasterIdLst>
  <p:sldIdLst>
    <p:sldId id="282" r:id="rId6"/>
  </p:sldIdLst>
  <p:sldSz cx="10799763" cy="7561263"/>
  <p:notesSz cx="6797675" cy="9926638"/>
  <p:defaultTextStyle>
    <a:defPPr>
      <a:defRPr lang="de-DE"/>
    </a:defPPr>
    <a:lvl1pPr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1pPr>
    <a:lvl2pPr marL="520700" indent="-63500"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2pPr>
    <a:lvl3pPr marL="1042988" indent="-128588"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3pPr>
    <a:lvl4pPr marL="1563688" indent="-192088"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4pPr>
    <a:lvl5pPr marL="2085975" indent="-257175"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5pPr>
    <a:lvl6pPr marL="2286000" algn="l" defTabSz="914400" rtl="0" eaLnBrk="1" latinLnBrk="0" hangingPunct="1">
      <a:defRPr sz="2100" kern="1200">
        <a:solidFill>
          <a:schemeClr val="tx1"/>
        </a:solidFill>
        <a:latin typeface="DINOT" pitchFamily="121" charset="0"/>
        <a:ea typeface="Geneva" pitchFamily="121" charset="-128"/>
        <a:cs typeface="+mn-cs"/>
      </a:defRPr>
    </a:lvl6pPr>
    <a:lvl7pPr marL="2743200" algn="l" defTabSz="914400" rtl="0" eaLnBrk="1" latinLnBrk="0" hangingPunct="1">
      <a:defRPr sz="2100" kern="1200">
        <a:solidFill>
          <a:schemeClr val="tx1"/>
        </a:solidFill>
        <a:latin typeface="DINOT" pitchFamily="121" charset="0"/>
        <a:ea typeface="Geneva" pitchFamily="121" charset="-128"/>
        <a:cs typeface="+mn-cs"/>
      </a:defRPr>
    </a:lvl7pPr>
    <a:lvl8pPr marL="3200400" algn="l" defTabSz="914400" rtl="0" eaLnBrk="1" latinLnBrk="0" hangingPunct="1">
      <a:defRPr sz="2100" kern="1200">
        <a:solidFill>
          <a:schemeClr val="tx1"/>
        </a:solidFill>
        <a:latin typeface="DINOT" pitchFamily="121" charset="0"/>
        <a:ea typeface="Geneva" pitchFamily="121" charset="-128"/>
        <a:cs typeface="+mn-cs"/>
      </a:defRPr>
    </a:lvl8pPr>
    <a:lvl9pPr marL="3657600" algn="l" defTabSz="914400" rtl="0" eaLnBrk="1" latinLnBrk="0" hangingPunct="1">
      <a:defRPr sz="2100" kern="1200">
        <a:solidFill>
          <a:schemeClr val="tx1"/>
        </a:solidFill>
        <a:latin typeface="DINOT" pitchFamily="121" charset="0"/>
        <a:ea typeface="Geneva" pitchFamily="121"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D9D9D9"/>
    <a:srgbClr val="F2F2F2"/>
    <a:srgbClr val="661C31"/>
    <a:srgbClr val="E2BC54"/>
    <a:srgbClr val="004689"/>
    <a:srgbClr val="31679B"/>
    <a:srgbClr val="080808"/>
    <a:srgbClr val="000000"/>
    <a:srgbClr val="005AB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9FA65A-C80C-4A95-B0CF-3CE5676A5598}" v="1" dt="2025-07-14T09:02:40.89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5" autoAdjust="0"/>
    <p:restoredTop sz="96433" autoAdjust="0"/>
  </p:normalViewPr>
  <p:slideViewPr>
    <p:cSldViewPr>
      <p:cViewPr varScale="1">
        <p:scale>
          <a:sx n="132" d="100"/>
          <a:sy n="132" d="100"/>
        </p:scale>
        <p:origin x="1832" y="3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6" d="100"/>
          <a:sy n="86" d="100"/>
        </p:scale>
        <p:origin x="378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a Kuschel" userId="5f444215-7af5-416b-83ce-733a4b3623a5" providerId="ADAL" clId="{0FA06BF9-6734-46FF-B172-EE3956BA76C8}"/>
    <pc:docChg chg="custSel modSld">
      <pc:chgData name="Alexandra Kuschel" userId="5f444215-7af5-416b-83ce-733a4b3623a5" providerId="ADAL" clId="{0FA06BF9-6734-46FF-B172-EE3956BA76C8}" dt="2025-07-10T09:34:59.635" v="367" actId="20577"/>
      <pc:docMkLst>
        <pc:docMk/>
      </pc:docMkLst>
      <pc:sldChg chg="addSp delSp modSp mod">
        <pc:chgData name="Alexandra Kuschel" userId="5f444215-7af5-416b-83ce-733a4b3623a5" providerId="ADAL" clId="{0FA06BF9-6734-46FF-B172-EE3956BA76C8}" dt="2025-07-10T09:34:59.635" v="367" actId="20577"/>
        <pc:sldMkLst>
          <pc:docMk/>
          <pc:sldMk cId="0" sldId="282"/>
        </pc:sldMkLst>
        <pc:spChg chg="mod">
          <ac:chgData name="Alexandra Kuschel" userId="5f444215-7af5-416b-83ce-733a4b3623a5" providerId="ADAL" clId="{0FA06BF9-6734-46FF-B172-EE3956BA76C8}" dt="2025-07-10T09:27:19.518" v="32" actId="20577"/>
          <ac:spMkLst>
            <pc:docMk/>
            <pc:sldMk cId="0" sldId="282"/>
            <ac:spMk id="4" creationId="{00000000-0000-0000-0000-000000000000}"/>
          </ac:spMkLst>
        </pc:spChg>
        <pc:graphicFrameChg chg="mod modGraphic">
          <ac:chgData name="Alexandra Kuschel" userId="5f444215-7af5-416b-83ce-733a4b3623a5" providerId="ADAL" clId="{0FA06BF9-6734-46FF-B172-EE3956BA76C8}" dt="2025-07-10T09:31:37.090" v="216" actId="2165"/>
          <ac:graphicFrameMkLst>
            <pc:docMk/>
            <pc:sldMk cId="0" sldId="282"/>
            <ac:graphicFrameMk id="3" creationId="{00000000-0000-0000-0000-000000000000}"/>
          </ac:graphicFrameMkLst>
        </pc:graphicFrameChg>
        <pc:graphicFrameChg chg="mod modGraphic">
          <ac:chgData name="Alexandra Kuschel" userId="5f444215-7af5-416b-83ce-733a4b3623a5" providerId="ADAL" clId="{0FA06BF9-6734-46FF-B172-EE3956BA76C8}" dt="2025-07-10T09:31:29.870" v="215" actId="20577"/>
          <ac:graphicFrameMkLst>
            <pc:docMk/>
            <pc:sldMk cId="0" sldId="282"/>
            <ac:graphicFrameMk id="5" creationId="{00000000-0000-0000-0000-000000000000}"/>
          </ac:graphicFrameMkLst>
        </pc:graphicFrameChg>
        <pc:graphicFrameChg chg="mod modGraphic">
          <ac:chgData name="Alexandra Kuschel" userId="5f444215-7af5-416b-83ce-733a4b3623a5" providerId="ADAL" clId="{0FA06BF9-6734-46FF-B172-EE3956BA76C8}" dt="2025-07-10T09:34:51.319" v="364" actId="1076"/>
          <ac:graphicFrameMkLst>
            <pc:docMk/>
            <pc:sldMk cId="0" sldId="282"/>
            <ac:graphicFrameMk id="6" creationId="{E5C40FDF-876F-5736-8FAC-D0C81F76B742}"/>
          </ac:graphicFrameMkLst>
        </pc:graphicFrameChg>
        <pc:graphicFrameChg chg="mod modGraphic">
          <ac:chgData name="Alexandra Kuschel" userId="5f444215-7af5-416b-83ce-733a4b3623a5" providerId="ADAL" clId="{0FA06BF9-6734-46FF-B172-EE3956BA76C8}" dt="2025-07-10T09:34:59.635" v="367" actId="20577"/>
          <ac:graphicFrameMkLst>
            <pc:docMk/>
            <pc:sldMk cId="0" sldId="282"/>
            <ac:graphicFrameMk id="7" creationId="{5C8E0478-51EC-111E-49F4-814AF7464170}"/>
          </ac:graphicFrameMkLst>
        </pc:graphicFrameChg>
        <pc:picChg chg="add mod">
          <ac:chgData name="Alexandra Kuschel" userId="5f444215-7af5-416b-83ce-733a4b3623a5" providerId="ADAL" clId="{0FA06BF9-6734-46FF-B172-EE3956BA76C8}" dt="2025-07-10T09:34:48.120" v="363" actId="1076"/>
          <ac:picMkLst>
            <pc:docMk/>
            <pc:sldMk cId="0" sldId="282"/>
            <ac:picMk id="11" creationId="{5A552439-09FF-BDE5-E535-FB7DEAE0219D}"/>
          </ac:picMkLst>
        </pc:picChg>
      </pc:sldChg>
    </pc:docChg>
  </pc:docChgLst>
  <pc:docChgLst>
    <pc:chgData name="Alexandra Kuschel" userId="5f444215-7af5-416b-83ce-733a4b3623a5" providerId="ADAL" clId="{E39FA65A-C80C-4A95-B0CF-3CE5676A5598}"/>
    <pc:docChg chg="modSld">
      <pc:chgData name="Alexandra Kuschel" userId="5f444215-7af5-416b-83ce-733a4b3623a5" providerId="ADAL" clId="{E39FA65A-C80C-4A95-B0CF-3CE5676A5598}" dt="2025-07-14T09:02:58.109" v="8" actId="1076"/>
      <pc:docMkLst>
        <pc:docMk/>
      </pc:docMkLst>
      <pc:sldChg chg="addSp modSp mod">
        <pc:chgData name="Alexandra Kuschel" userId="5f444215-7af5-416b-83ce-733a4b3623a5" providerId="ADAL" clId="{E39FA65A-C80C-4A95-B0CF-3CE5676A5598}" dt="2025-07-14T09:02:58.109" v="8" actId="1076"/>
        <pc:sldMkLst>
          <pc:docMk/>
          <pc:sldMk cId="0" sldId="282"/>
        </pc:sldMkLst>
        <pc:picChg chg="ord">
          <ac:chgData name="Alexandra Kuschel" userId="5f444215-7af5-416b-83ce-733a4b3623a5" providerId="ADAL" clId="{E39FA65A-C80C-4A95-B0CF-3CE5676A5598}" dt="2025-07-14T09:02:51.567" v="5" actId="166"/>
          <ac:picMkLst>
            <pc:docMk/>
            <pc:sldMk cId="0" sldId="282"/>
            <ac:picMk id="11" creationId="{5A552439-09FF-BDE5-E535-FB7DEAE0219D}"/>
          </ac:picMkLst>
        </pc:picChg>
        <pc:picChg chg="add mod">
          <ac:chgData name="Alexandra Kuschel" userId="5f444215-7af5-416b-83ce-733a4b3623a5" providerId="ADAL" clId="{E39FA65A-C80C-4A95-B0CF-3CE5676A5598}" dt="2025-07-14T09:02:58.109" v="8" actId="1076"/>
          <ac:picMkLst>
            <pc:docMk/>
            <pc:sldMk cId="0" sldId="282"/>
            <ac:picMk id="12" creationId="{1157F374-E2FD-2B9A-9389-0C069A6D699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440" tIns="45720" rIns="91440" bIns="45720" rtlCol="0"/>
          <a:lstStyle>
            <a:lvl1pPr algn="l" defTabSz="1043056" fontAlgn="auto">
              <a:spcBef>
                <a:spcPts val="0"/>
              </a:spcBef>
              <a:spcAft>
                <a:spcPts val="0"/>
              </a:spcAft>
              <a:defRPr sz="1200" dirty="0">
                <a:latin typeface="+mn-lt"/>
                <a:ea typeface="+mn-ea"/>
              </a:defRPr>
            </a:lvl1pPr>
          </a:lstStyle>
          <a:p>
            <a:pPr>
              <a:defRPr/>
            </a:pPr>
            <a:endParaRPr lang="de-DE"/>
          </a:p>
        </p:txBody>
      </p:sp>
      <p:sp>
        <p:nvSpPr>
          <p:cNvPr id="3" name="Datumsplatzhalter 2"/>
          <p:cNvSpPr>
            <a:spLocks noGrp="1"/>
          </p:cNvSpPr>
          <p:nvPr>
            <p:ph type="dt" sz="quarter" idx="1"/>
          </p:nvPr>
        </p:nvSpPr>
        <p:spPr>
          <a:xfrm>
            <a:off x="3850443" y="0"/>
            <a:ext cx="2945659" cy="496332"/>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9C26C81-E798-4A63-9A9C-957060DF48C8}" type="datetimeFigureOut">
              <a:rPr lang="de-DE" altLang="de-DE"/>
              <a:pPr/>
              <a:t>14.07.2025</a:t>
            </a:fld>
            <a:endParaRPr lang="de-DE" altLang="de-DE"/>
          </a:p>
        </p:txBody>
      </p:sp>
      <p:sp>
        <p:nvSpPr>
          <p:cNvPr id="4" name="Fußzeilenplatzhalt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defTabSz="1043056" fontAlgn="auto">
              <a:spcBef>
                <a:spcPts val="0"/>
              </a:spcBef>
              <a:spcAft>
                <a:spcPts val="0"/>
              </a:spcAft>
              <a:defRPr sz="1200" dirty="0">
                <a:latin typeface="+mn-lt"/>
                <a:ea typeface="+mn-ea"/>
              </a:defRPr>
            </a:lvl1pPr>
          </a:lstStyle>
          <a:p>
            <a:pPr>
              <a:defRPr/>
            </a:pPr>
            <a:endParaRPr lang="de-DE"/>
          </a:p>
        </p:txBody>
      </p:sp>
      <p:sp>
        <p:nvSpPr>
          <p:cNvPr id="5" name="Foliennummernplatzhalter 4"/>
          <p:cNvSpPr>
            <a:spLocks noGrp="1"/>
          </p:cNvSpPr>
          <p:nvPr>
            <p:ph type="sldNum" sz="quarter" idx="3"/>
          </p:nvPr>
        </p:nvSpPr>
        <p:spPr>
          <a:xfrm>
            <a:off x="3850443" y="9428583"/>
            <a:ext cx="2945659" cy="496332"/>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9B317F6-27DD-46EE-BA9D-493BFC491B28}" type="slidenum">
              <a:rPr lang="de-DE" altLang="de-DE"/>
              <a:pPr/>
              <a:t>‹Nr.›</a:t>
            </a:fld>
            <a:endParaRPr lang="de-DE" altLang="de-DE"/>
          </a:p>
        </p:txBody>
      </p:sp>
    </p:spTree>
    <p:extLst>
      <p:ext uri="{BB962C8B-B14F-4D97-AF65-F5344CB8AC3E}">
        <p14:creationId xmlns:p14="http://schemas.microsoft.com/office/powerpoint/2010/main" val="3315478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440" tIns="45720" rIns="91440" bIns="45720" rtlCol="0"/>
          <a:lstStyle>
            <a:lvl1pPr algn="l" defTabSz="1043056" fontAlgn="auto">
              <a:spcBef>
                <a:spcPts val="0"/>
              </a:spcBef>
              <a:spcAft>
                <a:spcPts val="0"/>
              </a:spcAft>
              <a:defRPr sz="1200" dirty="0">
                <a:latin typeface="+mn-lt"/>
                <a:ea typeface="+mn-ea"/>
              </a:defRPr>
            </a:lvl1pPr>
          </a:lstStyle>
          <a:p>
            <a:pPr>
              <a:defRPr/>
            </a:pPr>
            <a:endParaRPr lang="de-DE"/>
          </a:p>
        </p:txBody>
      </p:sp>
      <p:sp>
        <p:nvSpPr>
          <p:cNvPr id="3" name="Datumsplatzhalter 2"/>
          <p:cNvSpPr>
            <a:spLocks noGrp="1"/>
          </p:cNvSpPr>
          <p:nvPr>
            <p:ph type="dt" idx="1"/>
          </p:nvPr>
        </p:nvSpPr>
        <p:spPr>
          <a:xfrm>
            <a:off x="3850443" y="0"/>
            <a:ext cx="2945659" cy="496332"/>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620E060D-405C-4C89-A8D3-1D82FB89215F}" type="datetimeFigureOut">
              <a:rPr lang="de-DE" altLang="de-DE"/>
              <a:pPr/>
              <a:t>14.07.2025</a:t>
            </a:fld>
            <a:endParaRPr lang="de-DE" altLang="de-DE"/>
          </a:p>
        </p:txBody>
      </p:sp>
      <p:sp>
        <p:nvSpPr>
          <p:cNvPr id="4" name="Folienbildplatzhalter 3"/>
          <p:cNvSpPr>
            <a:spLocks noGrp="1" noRot="1" noChangeAspect="1"/>
          </p:cNvSpPr>
          <p:nvPr>
            <p:ph type="sldImg" idx="2"/>
          </p:nvPr>
        </p:nvSpPr>
        <p:spPr>
          <a:xfrm>
            <a:off x="741363" y="744538"/>
            <a:ext cx="5314950" cy="3722687"/>
          </a:xfrm>
          <a:prstGeom prst="rect">
            <a:avLst/>
          </a:prstGeom>
          <a:noFill/>
          <a:ln w="12700">
            <a:solidFill>
              <a:prstClr val="black"/>
            </a:solidFill>
          </a:ln>
        </p:spPr>
        <p:txBody>
          <a:bodyPr vert="horz" lIns="91440" tIns="45720" rIns="91440" bIns="45720" rtlCol="0" anchor="ctr"/>
          <a:lstStyle/>
          <a:p>
            <a:pPr lvl="0"/>
            <a:endParaRPr lang="de-DE" noProof="0" dirty="0"/>
          </a:p>
        </p:txBody>
      </p:sp>
      <p:sp>
        <p:nvSpPr>
          <p:cNvPr id="5" name="Notizenplatzhalter 4"/>
          <p:cNvSpPr>
            <a:spLocks noGrp="1"/>
          </p:cNvSpPr>
          <p:nvPr>
            <p:ph type="body" sz="quarter" idx="3"/>
          </p:nvPr>
        </p:nvSpPr>
        <p:spPr>
          <a:xfrm>
            <a:off x="679768" y="4715153"/>
            <a:ext cx="5438140" cy="4466987"/>
          </a:xfrm>
          <a:prstGeom prst="rect">
            <a:avLst/>
          </a:prstGeom>
        </p:spPr>
        <p:txBody>
          <a:bodyPr vert="horz" wrap="square" lIns="91440" tIns="45720" rIns="91440" bIns="45720" numCol="1" anchor="t" anchorCtr="0" compatLnSpc="1">
            <a:prstTxWarp prst="textNoShape">
              <a:avLst/>
            </a:prstTxWarp>
          </a:bodyPr>
          <a:lstStyle/>
          <a:p>
            <a:pPr lvl="0"/>
            <a:r>
              <a:rPr lang="de-DE" altLang="de-DE"/>
              <a:t>Textmasterformat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6" name="Fußzeilenplatzhalt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defTabSz="1043056" fontAlgn="auto">
              <a:spcBef>
                <a:spcPts val="0"/>
              </a:spcBef>
              <a:spcAft>
                <a:spcPts val="0"/>
              </a:spcAft>
              <a:defRPr sz="1200" dirty="0">
                <a:latin typeface="+mn-lt"/>
                <a:ea typeface="+mn-ea"/>
              </a:defRPr>
            </a:lvl1pPr>
          </a:lstStyle>
          <a:p>
            <a:pPr>
              <a:defRPr/>
            </a:pPr>
            <a:endParaRPr lang="de-DE"/>
          </a:p>
        </p:txBody>
      </p:sp>
      <p:sp>
        <p:nvSpPr>
          <p:cNvPr id="7" name="Foliennummernplatzhalter 6"/>
          <p:cNvSpPr>
            <a:spLocks noGrp="1"/>
          </p:cNvSpPr>
          <p:nvPr>
            <p:ph type="sldNum" sz="quarter" idx="5"/>
          </p:nvPr>
        </p:nvSpPr>
        <p:spPr>
          <a:xfrm>
            <a:off x="3850443" y="9428583"/>
            <a:ext cx="2945659" cy="496332"/>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FEE4295A-0246-442F-909E-C3AD8774AB01}" type="slidenum">
              <a:rPr lang="de-DE" altLang="de-DE"/>
              <a:pPr/>
              <a:t>‹Nr.›</a:t>
            </a:fld>
            <a:endParaRPr lang="de-DE" altLang="de-DE"/>
          </a:p>
        </p:txBody>
      </p:sp>
    </p:spTree>
    <p:extLst>
      <p:ext uri="{BB962C8B-B14F-4D97-AF65-F5344CB8AC3E}">
        <p14:creationId xmlns:p14="http://schemas.microsoft.com/office/powerpoint/2010/main" val="2579922153"/>
      </p:ext>
    </p:extLst>
  </p:cSld>
  <p:clrMap bg1="lt1" tx1="dk1" bg2="lt2" tx2="dk2" accent1="accent1" accent2="accent2" accent3="accent3" accent4="accent4" accent5="accent5" accent6="accent6" hlink="hlink" folHlink="folHlink"/>
  <p:notesStyle>
    <a:lvl1pPr algn="l" defTabSz="1042988" rtl="0" fontAlgn="base">
      <a:spcBef>
        <a:spcPct val="30000"/>
      </a:spcBef>
      <a:spcAft>
        <a:spcPct val="0"/>
      </a:spcAft>
      <a:defRPr sz="1400" kern="1200">
        <a:solidFill>
          <a:schemeClr val="tx1"/>
        </a:solidFill>
        <a:latin typeface="+mn-lt"/>
        <a:ea typeface="Geneva" pitchFamily="121" charset="-128"/>
        <a:cs typeface="+mn-cs"/>
      </a:defRPr>
    </a:lvl1pPr>
    <a:lvl2pPr marL="520700" algn="l" defTabSz="1042988" rtl="0" fontAlgn="base">
      <a:spcBef>
        <a:spcPct val="30000"/>
      </a:spcBef>
      <a:spcAft>
        <a:spcPct val="0"/>
      </a:spcAft>
      <a:defRPr sz="1400" kern="1200">
        <a:solidFill>
          <a:schemeClr val="tx1"/>
        </a:solidFill>
        <a:latin typeface="+mn-lt"/>
        <a:ea typeface="Geneva" pitchFamily="121" charset="-128"/>
        <a:cs typeface="+mn-cs"/>
      </a:defRPr>
    </a:lvl2pPr>
    <a:lvl3pPr marL="1042988" algn="l" defTabSz="1042988" rtl="0" fontAlgn="base">
      <a:spcBef>
        <a:spcPct val="30000"/>
      </a:spcBef>
      <a:spcAft>
        <a:spcPct val="0"/>
      </a:spcAft>
      <a:defRPr sz="1400" kern="1200">
        <a:solidFill>
          <a:schemeClr val="tx1"/>
        </a:solidFill>
        <a:latin typeface="+mn-lt"/>
        <a:ea typeface="Geneva" pitchFamily="121" charset="-128"/>
        <a:cs typeface="+mn-cs"/>
      </a:defRPr>
    </a:lvl3pPr>
    <a:lvl4pPr marL="1563688" algn="l" defTabSz="1042988" rtl="0" fontAlgn="base">
      <a:spcBef>
        <a:spcPct val="30000"/>
      </a:spcBef>
      <a:spcAft>
        <a:spcPct val="0"/>
      </a:spcAft>
      <a:defRPr sz="1400" kern="1200">
        <a:solidFill>
          <a:schemeClr val="tx1"/>
        </a:solidFill>
        <a:latin typeface="+mn-lt"/>
        <a:ea typeface="Geneva" pitchFamily="121" charset="-128"/>
        <a:cs typeface="+mn-cs"/>
      </a:defRPr>
    </a:lvl4pPr>
    <a:lvl5pPr marL="2085975" algn="l" defTabSz="1042988" rtl="0" fontAlgn="base">
      <a:spcBef>
        <a:spcPct val="30000"/>
      </a:spcBef>
      <a:spcAft>
        <a:spcPct val="0"/>
      </a:spcAft>
      <a:defRPr sz="1400" kern="1200">
        <a:solidFill>
          <a:schemeClr val="tx1"/>
        </a:solidFill>
        <a:latin typeface="+mn-lt"/>
        <a:ea typeface="Geneva" pitchFamily="121" charset="-128"/>
        <a:cs typeface="+mn-cs"/>
      </a:defRPr>
    </a:lvl5pPr>
    <a:lvl6pPr marL="2607640" algn="l" defTabSz="1043056" rtl="0" eaLnBrk="1" latinLnBrk="0" hangingPunct="1">
      <a:defRPr sz="1400" kern="1200">
        <a:solidFill>
          <a:schemeClr val="tx1"/>
        </a:solidFill>
        <a:latin typeface="+mn-lt"/>
        <a:ea typeface="+mn-ea"/>
        <a:cs typeface="+mn-cs"/>
      </a:defRPr>
    </a:lvl6pPr>
    <a:lvl7pPr marL="3129168" algn="l" defTabSz="1043056" rtl="0" eaLnBrk="1" latinLnBrk="0" hangingPunct="1">
      <a:defRPr sz="1400" kern="1200">
        <a:solidFill>
          <a:schemeClr val="tx1"/>
        </a:solidFill>
        <a:latin typeface="+mn-lt"/>
        <a:ea typeface="+mn-ea"/>
        <a:cs typeface="+mn-cs"/>
      </a:defRPr>
    </a:lvl7pPr>
    <a:lvl8pPr marL="3650696" algn="l" defTabSz="1043056" rtl="0" eaLnBrk="1" latinLnBrk="0" hangingPunct="1">
      <a:defRPr sz="1400" kern="1200">
        <a:solidFill>
          <a:schemeClr val="tx1"/>
        </a:solidFill>
        <a:latin typeface="+mn-lt"/>
        <a:ea typeface="+mn-ea"/>
        <a:cs typeface="+mn-cs"/>
      </a:defRPr>
    </a:lvl8pPr>
    <a:lvl9pPr marL="4172224" algn="l" defTabSz="104305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41363" y="744538"/>
            <a:ext cx="5314950" cy="3722687"/>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FEE4295A-0246-442F-909E-C3AD8774AB01}" type="slidenum">
              <a:rPr lang="de-DE" altLang="de-DE" smtClean="0"/>
              <a:pPr/>
              <a:t>1</a:t>
            </a:fld>
            <a:endParaRPr lang="de-DE" altLang="de-DE"/>
          </a:p>
        </p:txBody>
      </p:sp>
    </p:spTree>
    <p:extLst>
      <p:ext uri="{BB962C8B-B14F-4D97-AF65-F5344CB8AC3E}">
        <p14:creationId xmlns:p14="http://schemas.microsoft.com/office/powerpoint/2010/main" val="1573792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sp>
        <p:nvSpPr>
          <p:cNvPr id="4" name="Bildplatzhalter 3"/>
          <p:cNvSpPr>
            <a:spLocks noGrp="1"/>
          </p:cNvSpPr>
          <p:nvPr>
            <p:ph type="pic" sz="quarter" idx="17"/>
          </p:nvPr>
        </p:nvSpPr>
        <p:spPr>
          <a:xfrm>
            <a:off x="107694" y="1115219"/>
            <a:ext cx="1962427" cy="5329238"/>
          </a:xfrm>
          <a:prstGeom prst="rect">
            <a:avLst/>
          </a:prstGeom>
        </p:spPr>
        <p:txBody>
          <a:bodyPr/>
          <a:lstStyle/>
          <a:p>
            <a:endParaRPr lang="de-DE"/>
          </a:p>
        </p:txBody>
      </p:sp>
      <p:sp>
        <p:nvSpPr>
          <p:cNvPr id="15" name="Titelplatzhalter 1"/>
          <p:cNvSpPr>
            <a:spLocks noGrp="1"/>
          </p:cNvSpPr>
          <p:nvPr>
            <p:ph type="title" hasCustomPrompt="1"/>
          </p:nvPr>
        </p:nvSpPr>
        <p:spPr>
          <a:xfrm>
            <a:off x="107694" y="252240"/>
            <a:ext cx="9090529" cy="471517"/>
          </a:xfrm>
          <a:prstGeom prst="rect">
            <a:avLst/>
          </a:prstGeom>
        </p:spPr>
        <p:txBody>
          <a:bodyPr vert="horz" lIns="91440" tIns="45720" rIns="91440" bIns="45720" rtlCol="0" anchor="ctr">
            <a:normAutofit/>
          </a:bodyPr>
          <a:lstStyle>
            <a:lvl1pPr>
              <a:defRPr/>
            </a:lvl1pPr>
          </a:lstStyle>
          <a:p>
            <a:r>
              <a:rPr lang="de-DE" dirty="0"/>
              <a:t>Titel durch Klicken hinzufügen</a:t>
            </a:r>
          </a:p>
        </p:txBody>
      </p:sp>
      <p:sp>
        <p:nvSpPr>
          <p:cNvPr id="5" name="Bildplatzhalter 4"/>
          <p:cNvSpPr>
            <a:spLocks noGrp="1"/>
          </p:cNvSpPr>
          <p:nvPr>
            <p:ph type="pic" sz="quarter" idx="18"/>
          </p:nvPr>
        </p:nvSpPr>
        <p:spPr>
          <a:xfrm>
            <a:off x="6636019" y="1547814"/>
            <a:ext cx="3854310" cy="2232025"/>
          </a:xfrm>
          <a:prstGeom prst="rect">
            <a:avLst/>
          </a:prstGeom>
        </p:spPr>
        <p:txBody>
          <a:bodyPr/>
          <a:lstStyle/>
          <a:p>
            <a:endParaRPr lang="de-DE"/>
          </a:p>
        </p:txBody>
      </p:sp>
    </p:spTree>
    <p:extLst>
      <p:ext uri="{BB962C8B-B14F-4D97-AF65-F5344CB8AC3E}">
        <p14:creationId xmlns:p14="http://schemas.microsoft.com/office/powerpoint/2010/main" val="3731668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sp>
        <p:nvSpPr>
          <p:cNvPr id="4" name="Bildplatzhalter 3"/>
          <p:cNvSpPr>
            <a:spLocks noGrp="1"/>
          </p:cNvSpPr>
          <p:nvPr>
            <p:ph type="pic" sz="quarter" idx="17"/>
          </p:nvPr>
        </p:nvSpPr>
        <p:spPr>
          <a:xfrm>
            <a:off x="107694" y="1115219"/>
            <a:ext cx="1962427" cy="5329238"/>
          </a:xfrm>
          <a:prstGeom prst="rect">
            <a:avLst/>
          </a:prstGeom>
        </p:spPr>
        <p:txBody>
          <a:bodyPr/>
          <a:lstStyle/>
          <a:p>
            <a:endParaRPr lang="de-DE"/>
          </a:p>
        </p:txBody>
      </p:sp>
      <p:sp>
        <p:nvSpPr>
          <p:cNvPr id="15" name="Titelplatzhalter 1"/>
          <p:cNvSpPr>
            <a:spLocks noGrp="1"/>
          </p:cNvSpPr>
          <p:nvPr>
            <p:ph type="title" hasCustomPrompt="1"/>
          </p:nvPr>
        </p:nvSpPr>
        <p:spPr>
          <a:xfrm>
            <a:off x="107694" y="252240"/>
            <a:ext cx="9090529" cy="471517"/>
          </a:xfrm>
          <a:prstGeom prst="rect">
            <a:avLst/>
          </a:prstGeom>
        </p:spPr>
        <p:txBody>
          <a:bodyPr vert="horz" lIns="91440" tIns="45720" rIns="91440" bIns="45720" rtlCol="0" anchor="ctr">
            <a:normAutofit/>
          </a:bodyPr>
          <a:lstStyle>
            <a:lvl1pPr>
              <a:defRPr/>
            </a:lvl1pPr>
          </a:lstStyle>
          <a:p>
            <a:r>
              <a:rPr lang="de-DE" dirty="0"/>
              <a:t>Titel durch Klicken hinzufügen</a:t>
            </a:r>
          </a:p>
        </p:txBody>
      </p:sp>
      <p:sp>
        <p:nvSpPr>
          <p:cNvPr id="5" name="Bildplatzhalter 4"/>
          <p:cNvSpPr>
            <a:spLocks noGrp="1"/>
          </p:cNvSpPr>
          <p:nvPr>
            <p:ph type="pic" sz="quarter" idx="18"/>
          </p:nvPr>
        </p:nvSpPr>
        <p:spPr>
          <a:xfrm>
            <a:off x="6636019" y="1547814"/>
            <a:ext cx="3854310" cy="2232025"/>
          </a:xfrm>
          <a:prstGeom prst="rect">
            <a:avLst/>
          </a:prstGeom>
        </p:spPr>
        <p:txBody>
          <a:bodyPr/>
          <a:lstStyle/>
          <a:p>
            <a:endParaRPr lang="de-DE"/>
          </a:p>
        </p:txBody>
      </p:sp>
    </p:spTree>
    <p:extLst>
      <p:ext uri="{BB962C8B-B14F-4D97-AF65-F5344CB8AC3E}">
        <p14:creationId xmlns:p14="http://schemas.microsoft.com/office/powerpoint/2010/main" val="33965199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8E8D183C-9C2E-1E1F-E072-A3885BE6DE67}"/>
              </a:ext>
            </a:extLst>
          </p:cNvPr>
          <p:cNvSpPr/>
          <p:nvPr userDrawn="1"/>
        </p:nvSpPr>
        <p:spPr>
          <a:xfrm>
            <a:off x="-1" y="7020991"/>
            <a:ext cx="10799763" cy="540272"/>
          </a:xfrm>
          <a:prstGeom prst="rect">
            <a:avLst/>
          </a:prstGeom>
          <a:solidFill>
            <a:srgbClr val="661C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3" name="Rechteck 2"/>
          <p:cNvSpPr/>
          <p:nvPr userDrawn="1"/>
        </p:nvSpPr>
        <p:spPr>
          <a:xfrm>
            <a:off x="705" y="-35793"/>
            <a:ext cx="10799763" cy="792087"/>
          </a:xfrm>
          <a:prstGeom prst="rect">
            <a:avLst/>
          </a:prstGeom>
          <a:solidFill>
            <a:srgbClr val="661C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16" name="Textfeld 15"/>
          <p:cNvSpPr txBox="1"/>
          <p:nvPr userDrawn="1"/>
        </p:nvSpPr>
        <p:spPr>
          <a:xfrm>
            <a:off x="1581857" y="7144933"/>
            <a:ext cx="7636045" cy="292388"/>
          </a:xfrm>
          <a:prstGeom prst="rect">
            <a:avLst/>
          </a:prstGeom>
          <a:noFill/>
          <a:ln>
            <a:solidFill>
              <a:schemeClr val="bg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650" b="0" i="0" u="none" strike="noStrike" kern="0" cap="none" spc="0" normalizeH="0" baseline="0" noProof="0" dirty="0">
                <a:ln>
                  <a:noFill/>
                </a:ln>
                <a:solidFill>
                  <a:schemeClr val="bg1"/>
                </a:solidFill>
                <a:effectLst/>
                <a:uLnTx/>
                <a:uFillTx/>
                <a:latin typeface="DINOT" panose="020B0504020101020102" pitchFamily="34" charset="0"/>
                <a:ea typeface="+mn-ea"/>
              </a:rPr>
              <a:t>Bemerkung: Diese Produktinformation dient der Beschreibung eines im Labor hergestellten Musters. Es handelt sich um berechnete Nährwerte. Durch die Herstellung unter  Produktionsbedingungen sind geringfügige Abweichungen möglich, weshalb alle hier gemachten Angaben als vorläufig zu betrachten sind. Für Deklarationszwecke fordern Sie bitte eine Produktspezifikation an.</a:t>
            </a:r>
          </a:p>
        </p:txBody>
      </p:sp>
      <p:sp>
        <p:nvSpPr>
          <p:cNvPr id="2" name="Titelplatzhalter 1"/>
          <p:cNvSpPr>
            <a:spLocks noGrp="1"/>
          </p:cNvSpPr>
          <p:nvPr>
            <p:ph type="title"/>
          </p:nvPr>
        </p:nvSpPr>
        <p:spPr>
          <a:xfrm>
            <a:off x="163737" y="87734"/>
            <a:ext cx="9090529" cy="471517"/>
          </a:xfrm>
          <a:prstGeom prst="rect">
            <a:avLst/>
          </a:prstGeom>
        </p:spPr>
        <p:txBody>
          <a:bodyPr vert="horz" lIns="91440" tIns="45720" rIns="91440" bIns="45720" rtlCol="0" anchor="ctr">
            <a:normAutofit/>
          </a:bodyPr>
          <a:lstStyle/>
          <a:p>
            <a:r>
              <a:rPr lang="de-DE" dirty="0"/>
              <a:t>Titel durch Klicken hinzufügen</a:t>
            </a:r>
          </a:p>
        </p:txBody>
      </p:sp>
      <p:pic>
        <p:nvPicPr>
          <p:cNvPr id="4" name="Picture 2">
            <a:extLst>
              <a:ext uri="{FF2B5EF4-FFF2-40B4-BE49-F238E27FC236}">
                <a16:creationId xmlns:a16="http://schemas.microsoft.com/office/drawing/2014/main" id="{2D6CFA86-0554-9950-94E6-97BEFA18887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56802" y="12342"/>
            <a:ext cx="144296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0" r:id="rId1"/>
  </p:sldLayoutIdLst>
  <p:hf hdr="0" ftr="0" dt="0"/>
  <p:txStyles>
    <p:titleStyle>
      <a:lvl1pPr algn="l" defTabSz="1043005" rtl="0" eaLnBrk="1" fontAlgn="base" hangingPunct="1">
        <a:spcBef>
          <a:spcPct val="0"/>
        </a:spcBef>
        <a:spcAft>
          <a:spcPct val="0"/>
        </a:spcAft>
        <a:defRPr sz="2801" kern="1200" cap="all" baseline="0">
          <a:solidFill>
            <a:schemeClr val="bg1"/>
          </a:solidFill>
          <a:latin typeface="Franklin Gothic Demi" panose="020B0703020102020204" pitchFamily="34" charset="0"/>
          <a:ea typeface="Geneva" pitchFamily="121" charset="-128"/>
          <a:cs typeface="+mj-cs"/>
        </a:defRPr>
      </a:lvl1pPr>
      <a:lvl2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2pPr>
      <a:lvl3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3pPr>
      <a:lvl4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4pPr>
      <a:lvl5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5pPr>
      <a:lvl6pPr marL="457207"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6pPr>
      <a:lvl7pPr marL="914415"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7pPr>
      <a:lvl8pPr marL="1371622"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8pPr>
      <a:lvl9pPr marL="1828830"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9pPr>
    </p:titleStyle>
    <p:bodyStyle>
      <a:lvl1pPr marL="0" indent="0" algn="l" defTabSz="1043005" rtl="0" eaLnBrk="1" fontAlgn="base" hangingPunct="1">
        <a:lnSpc>
          <a:spcPct val="95000"/>
        </a:lnSpc>
        <a:spcBef>
          <a:spcPct val="0"/>
        </a:spcBef>
        <a:spcAft>
          <a:spcPts val="1200"/>
        </a:spcAft>
        <a:buClr>
          <a:schemeClr val="accent2"/>
        </a:buClr>
        <a:buFont typeface="Wingdings 3" panose="05040102010807070707" pitchFamily="18" charset="2"/>
        <a:buNone/>
        <a:defRPr sz="2400" kern="1200">
          <a:solidFill>
            <a:schemeClr val="tx1"/>
          </a:solidFill>
          <a:latin typeface="+mn-lt"/>
          <a:ea typeface="Geneva" pitchFamily="121" charset="-128"/>
          <a:cs typeface="+mn-cs"/>
        </a:defRPr>
      </a:lvl1pPr>
      <a:lvl2pPr marL="539758"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2pPr>
      <a:lvl3pPr marL="717561"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3pPr>
      <a:lvl4pPr marL="895364"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4pPr>
      <a:lvl5pPr marL="1079518" indent="-18415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5pPr>
      <a:lvl6pPr marL="286845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89987"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11523"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3306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p:bodyStyle>
    <p:otherStyle>
      <a:defPPr>
        <a:defRPr lang="de-DE"/>
      </a:defPPr>
      <a:lvl1pPr marL="0" algn="l" defTabSz="1043073" rtl="0" eaLnBrk="1" latinLnBrk="0" hangingPunct="1">
        <a:defRPr sz="2100" kern="1200">
          <a:solidFill>
            <a:schemeClr val="tx1"/>
          </a:solidFill>
          <a:latin typeface="+mn-lt"/>
          <a:ea typeface="+mn-ea"/>
          <a:cs typeface="+mn-cs"/>
        </a:defRPr>
      </a:lvl1pPr>
      <a:lvl2pPr marL="521536" algn="l" defTabSz="1043073" rtl="0" eaLnBrk="1" latinLnBrk="0" hangingPunct="1">
        <a:defRPr sz="2100" kern="1200">
          <a:solidFill>
            <a:schemeClr val="tx1"/>
          </a:solidFill>
          <a:latin typeface="+mn-lt"/>
          <a:ea typeface="+mn-ea"/>
          <a:cs typeface="+mn-cs"/>
        </a:defRPr>
      </a:lvl2pPr>
      <a:lvl3pPr marL="1043073" algn="l" defTabSz="1043073" rtl="0" eaLnBrk="1" latinLnBrk="0" hangingPunct="1">
        <a:defRPr sz="2100" kern="1200">
          <a:solidFill>
            <a:schemeClr val="tx1"/>
          </a:solidFill>
          <a:latin typeface="+mn-lt"/>
          <a:ea typeface="+mn-ea"/>
          <a:cs typeface="+mn-cs"/>
        </a:defRPr>
      </a:lvl3pPr>
      <a:lvl4pPr marL="1564609" algn="l" defTabSz="1043073" rtl="0" eaLnBrk="1" latinLnBrk="0" hangingPunct="1">
        <a:defRPr sz="2100" kern="1200">
          <a:solidFill>
            <a:schemeClr val="tx1"/>
          </a:solidFill>
          <a:latin typeface="+mn-lt"/>
          <a:ea typeface="+mn-ea"/>
          <a:cs typeface="+mn-cs"/>
        </a:defRPr>
      </a:lvl4pPr>
      <a:lvl5pPr marL="2086146" algn="l" defTabSz="1043073" rtl="0" eaLnBrk="1" latinLnBrk="0" hangingPunct="1">
        <a:defRPr sz="2100" kern="1200">
          <a:solidFill>
            <a:schemeClr val="tx1"/>
          </a:solidFill>
          <a:latin typeface="+mn-lt"/>
          <a:ea typeface="+mn-ea"/>
          <a:cs typeface="+mn-cs"/>
        </a:defRPr>
      </a:lvl5pPr>
      <a:lvl6pPr marL="2607682" algn="l" defTabSz="1043073" rtl="0" eaLnBrk="1" latinLnBrk="0" hangingPunct="1">
        <a:defRPr sz="2100" kern="1200">
          <a:solidFill>
            <a:schemeClr val="tx1"/>
          </a:solidFill>
          <a:latin typeface="+mn-lt"/>
          <a:ea typeface="+mn-ea"/>
          <a:cs typeface="+mn-cs"/>
        </a:defRPr>
      </a:lvl6pPr>
      <a:lvl7pPr marL="3129219" algn="l" defTabSz="1043073" rtl="0" eaLnBrk="1" latinLnBrk="0" hangingPunct="1">
        <a:defRPr sz="2100" kern="1200">
          <a:solidFill>
            <a:schemeClr val="tx1"/>
          </a:solidFill>
          <a:latin typeface="+mn-lt"/>
          <a:ea typeface="+mn-ea"/>
          <a:cs typeface="+mn-cs"/>
        </a:defRPr>
      </a:lvl7pPr>
      <a:lvl8pPr marL="3650755" algn="l" defTabSz="1043073" rtl="0" eaLnBrk="1" latinLnBrk="0" hangingPunct="1">
        <a:defRPr sz="2100" kern="1200">
          <a:solidFill>
            <a:schemeClr val="tx1"/>
          </a:solidFill>
          <a:latin typeface="+mn-lt"/>
          <a:ea typeface="+mn-ea"/>
          <a:cs typeface="+mn-cs"/>
        </a:defRPr>
      </a:lvl8pPr>
      <a:lvl9pPr marL="4172292" algn="l" defTabSz="1043073"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46336103-EADF-9E1C-9950-1DD13D2BAED5}"/>
              </a:ext>
            </a:extLst>
          </p:cNvPr>
          <p:cNvSpPr/>
          <p:nvPr userDrawn="1"/>
        </p:nvSpPr>
        <p:spPr>
          <a:xfrm>
            <a:off x="5876" y="7020991"/>
            <a:ext cx="10799763" cy="540272"/>
          </a:xfrm>
          <a:prstGeom prst="rect">
            <a:avLst/>
          </a:prstGeom>
          <a:solidFill>
            <a:srgbClr val="E2BC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3" name="Rechteck 2"/>
          <p:cNvSpPr/>
          <p:nvPr userDrawn="1"/>
        </p:nvSpPr>
        <p:spPr>
          <a:xfrm>
            <a:off x="-1" y="0"/>
            <a:ext cx="10799763" cy="828092"/>
          </a:xfrm>
          <a:prstGeom prst="rect">
            <a:avLst/>
          </a:prstGeom>
          <a:solidFill>
            <a:srgbClr val="E2BC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16" name="Textfeld 15"/>
          <p:cNvSpPr txBox="1"/>
          <p:nvPr userDrawn="1"/>
        </p:nvSpPr>
        <p:spPr>
          <a:xfrm>
            <a:off x="1581857" y="7181141"/>
            <a:ext cx="7636045" cy="292388"/>
          </a:xfrm>
          <a:prstGeom prst="rect">
            <a:avLst/>
          </a:prstGeom>
          <a:noFill/>
          <a:ln>
            <a:solidFill>
              <a:srgbClr val="661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650" b="0" i="0" u="none" strike="noStrike" kern="0" cap="none" spc="0" normalizeH="0" baseline="0" noProof="0" dirty="0">
                <a:ln>
                  <a:noFill/>
                </a:ln>
                <a:solidFill>
                  <a:srgbClr val="661C31"/>
                </a:solidFill>
                <a:effectLst/>
                <a:uLnTx/>
                <a:uFillTx/>
                <a:latin typeface="DINOT" panose="020B0504020101020102" pitchFamily="34" charset="0"/>
                <a:ea typeface="+mn-ea"/>
              </a:rPr>
              <a:t>Bemerkung: Diese Produktinformation dient der Beschreibung eines im Labor hergestellten Musters. Es handelt sich um berechnete Nährwerte. Durch die Herstellung unter  Produktionsbedingungen sind geringfügige Abweichungen möglich, weshalb alle hier gemachten Angaben als vorläufig zu betrachten sind. Für Deklarationszwecke fordern Sie bitte eine Produktspezifikation an.</a:t>
            </a:r>
          </a:p>
        </p:txBody>
      </p:sp>
      <p:sp>
        <p:nvSpPr>
          <p:cNvPr id="2" name="Titelplatzhalter 1"/>
          <p:cNvSpPr>
            <a:spLocks noGrp="1"/>
          </p:cNvSpPr>
          <p:nvPr>
            <p:ph type="title"/>
          </p:nvPr>
        </p:nvSpPr>
        <p:spPr>
          <a:xfrm>
            <a:off x="163737" y="87734"/>
            <a:ext cx="9090529" cy="471517"/>
          </a:xfrm>
          <a:prstGeom prst="rect">
            <a:avLst/>
          </a:prstGeom>
        </p:spPr>
        <p:txBody>
          <a:bodyPr vert="horz" lIns="91440" tIns="45720" rIns="91440" bIns="45720" rtlCol="0" anchor="ctr">
            <a:normAutofit/>
          </a:bodyPr>
          <a:lstStyle/>
          <a:p>
            <a:r>
              <a:rPr lang="de-DE" dirty="0"/>
              <a:t>Titel durch Klicken hinzufügen</a:t>
            </a:r>
          </a:p>
        </p:txBody>
      </p:sp>
      <p:pic>
        <p:nvPicPr>
          <p:cNvPr id="4" name="Picture 2">
            <a:extLst>
              <a:ext uri="{FF2B5EF4-FFF2-40B4-BE49-F238E27FC236}">
                <a16:creationId xmlns:a16="http://schemas.microsoft.com/office/drawing/2014/main" id="{2D6CFA86-0554-9950-94E6-97BEFA18887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56802" y="12342"/>
            <a:ext cx="144296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2700564"/>
      </p:ext>
    </p:extLst>
  </p:cSld>
  <p:clrMap bg1="lt1" tx1="dk1" bg2="lt2" tx2="dk2" accent1="accent1" accent2="accent2" accent3="accent3" accent4="accent4" accent5="accent5" accent6="accent6" hlink="hlink" folHlink="folHlink"/>
  <p:sldLayoutIdLst>
    <p:sldLayoutId id="2147483723" r:id="rId1"/>
  </p:sldLayoutIdLst>
  <p:hf hdr="0" ftr="0" dt="0"/>
  <p:txStyles>
    <p:titleStyle>
      <a:lvl1pPr algn="l" defTabSz="1043005" rtl="0" eaLnBrk="1" fontAlgn="base" hangingPunct="1">
        <a:spcBef>
          <a:spcPct val="0"/>
        </a:spcBef>
        <a:spcAft>
          <a:spcPct val="0"/>
        </a:spcAft>
        <a:defRPr sz="2801" kern="1200" cap="all" baseline="0">
          <a:solidFill>
            <a:srgbClr val="661C31"/>
          </a:solidFill>
          <a:latin typeface="Franklin Gothic Demi" panose="020B0703020102020204" pitchFamily="34" charset="0"/>
          <a:ea typeface="Geneva" pitchFamily="121" charset="-128"/>
          <a:cs typeface="+mj-cs"/>
        </a:defRPr>
      </a:lvl1pPr>
      <a:lvl2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2pPr>
      <a:lvl3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3pPr>
      <a:lvl4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4pPr>
      <a:lvl5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5pPr>
      <a:lvl6pPr marL="457207"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6pPr>
      <a:lvl7pPr marL="914415"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7pPr>
      <a:lvl8pPr marL="1371622"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8pPr>
      <a:lvl9pPr marL="1828830"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9pPr>
    </p:titleStyle>
    <p:bodyStyle>
      <a:lvl1pPr marL="0" indent="0" algn="l" defTabSz="1043005" rtl="0" eaLnBrk="1" fontAlgn="base" hangingPunct="1">
        <a:lnSpc>
          <a:spcPct val="95000"/>
        </a:lnSpc>
        <a:spcBef>
          <a:spcPct val="0"/>
        </a:spcBef>
        <a:spcAft>
          <a:spcPts val="1200"/>
        </a:spcAft>
        <a:buClr>
          <a:schemeClr val="accent2"/>
        </a:buClr>
        <a:buFont typeface="Wingdings 3" panose="05040102010807070707" pitchFamily="18" charset="2"/>
        <a:buNone/>
        <a:defRPr sz="2400" kern="1200">
          <a:solidFill>
            <a:schemeClr val="tx1"/>
          </a:solidFill>
          <a:latin typeface="+mn-lt"/>
          <a:ea typeface="Geneva" pitchFamily="121" charset="-128"/>
          <a:cs typeface="+mn-cs"/>
        </a:defRPr>
      </a:lvl1pPr>
      <a:lvl2pPr marL="539758"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2pPr>
      <a:lvl3pPr marL="717561"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3pPr>
      <a:lvl4pPr marL="895364"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4pPr>
      <a:lvl5pPr marL="1079518" indent="-18415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5pPr>
      <a:lvl6pPr marL="286845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89987"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11523"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3306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p:bodyStyle>
    <p:otherStyle>
      <a:defPPr>
        <a:defRPr lang="de-DE"/>
      </a:defPPr>
      <a:lvl1pPr marL="0" algn="l" defTabSz="1043073" rtl="0" eaLnBrk="1" latinLnBrk="0" hangingPunct="1">
        <a:defRPr sz="2100" kern="1200">
          <a:solidFill>
            <a:schemeClr val="tx1"/>
          </a:solidFill>
          <a:latin typeface="+mn-lt"/>
          <a:ea typeface="+mn-ea"/>
          <a:cs typeface="+mn-cs"/>
        </a:defRPr>
      </a:lvl1pPr>
      <a:lvl2pPr marL="521536" algn="l" defTabSz="1043073" rtl="0" eaLnBrk="1" latinLnBrk="0" hangingPunct="1">
        <a:defRPr sz="2100" kern="1200">
          <a:solidFill>
            <a:schemeClr val="tx1"/>
          </a:solidFill>
          <a:latin typeface="+mn-lt"/>
          <a:ea typeface="+mn-ea"/>
          <a:cs typeface="+mn-cs"/>
        </a:defRPr>
      </a:lvl2pPr>
      <a:lvl3pPr marL="1043073" algn="l" defTabSz="1043073" rtl="0" eaLnBrk="1" latinLnBrk="0" hangingPunct="1">
        <a:defRPr sz="2100" kern="1200">
          <a:solidFill>
            <a:schemeClr val="tx1"/>
          </a:solidFill>
          <a:latin typeface="+mn-lt"/>
          <a:ea typeface="+mn-ea"/>
          <a:cs typeface="+mn-cs"/>
        </a:defRPr>
      </a:lvl3pPr>
      <a:lvl4pPr marL="1564609" algn="l" defTabSz="1043073" rtl="0" eaLnBrk="1" latinLnBrk="0" hangingPunct="1">
        <a:defRPr sz="2100" kern="1200">
          <a:solidFill>
            <a:schemeClr val="tx1"/>
          </a:solidFill>
          <a:latin typeface="+mn-lt"/>
          <a:ea typeface="+mn-ea"/>
          <a:cs typeface="+mn-cs"/>
        </a:defRPr>
      </a:lvl4pPr>
      <a:lvl5pPr marL="2086146" algn="l" defTabSz="1043073" rtl="0" eaLnBrk="1" latinLnBrk="0" hangingPunct="1">
        <a:defRPr sz="2100" kern="1200">
          <a:solidFill>
            <a:schemeClr val="tx1"/>
          </a:solidFill>
          <a:latin typeface="+mn-lt"/>
          <a:ea typeface="+mn-ea"/>
          <a:cs typeface="+mn-cs"/>
        </a:defRPr>
      </a:lvl5pPr>
      <a:lvl6pPr marL="2607682" algn="l" defTabSz="1043073" rtl="0" eaLnBrk="1" latinLnBrk="0" hangingPunct="1">
        <a:defRPr sz="2100" kern="1200">
          <a:solidFill>
            <a:schemeClr val="tx1"/>
          </a:solidFill>
          <a:latin typeface="+mn-lt"/>
          <a:ea typeface="+mn-ea"/>
          <a:cs typeface="+mn-cs"/>
        </a:defRPr>
      </a:lvl6pPr>
      <a:lvl7pPr marL="3129219" algn="l" defTabSz="1043073" rtl="0" eaLnBrk="1" latinLnBrk="0" hangingPunct="1">
        <a:defRPr sz="2100" kern="1200">
          <a:solidFill>
            <a:schemeClr val="tx1"/>
          </a:solidFill>
          <a:latin typeface="+mn-lt"/>
          <a:ea typeface="+mn-ea"/>
          <a:cs typeface="+mn-cs"/>
        </a:defRPr>
      </a:lvl7pPr>
      <a:lvl8pPr marL="3650755" algn="l" defTabSz="1043073" rtl="0" eaLnBrk="1" latinLnBrk="0" hangingPunct="1">
        <a:defRPr sz="2100" kern="1200">
          <a:solidFill>
            <a:schemeClr val="tx1"/>
          </a:solidFill>
          <a:latin typeface="+mn-lt"/>
          <a:ea typeface="+mn-ea"/>
          <a:cs typeface="+mn-cs"/>
        </a:defRPr>
      </a:lvl8pPr>
      <a:lvl9pPr marL="4172292" algn="l" defTabSz="1043073"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53181" y="-11021"/>
            <a:ext cx="9865096" cy="760081"/>
          </a:xfrm>
        </p:spPr>
        <p:txBody>
          <a:bodyPr>
            <a:noAutofit/>
          </a:bodyPr>
          <a:lstStyle/>
          <a:p>
            <a:r>
              <a:rPr lang="de-DE" sz="1800" dirty="0"/>
              <a:t>Knuspermüsli mit beeren – mit Süßungsmittel</a:t>
            </a:r>
            <a:br>
              <a:rPr lang="de-DE" sz="1800" dirty="0"/>
            </a:br>
            <a:r>
              <a:rPr lang="de-DE" sz="1800" dirty="0" err="1"/>
              <a:t>ref</a:t>
            </a:r>
            <a:r>
              <a:rPr lang="de-DE" sz="1800" dirty="0"/>
              <a:t>.: 000004011229</a:t>
            </a:r>
            <a:endParaRPr lang="de-DE" sz="1800" dirty="0">
              <a:latin typeface="DINOT-Bold" panose="020B0804020101020102" pitchFamily="34" charset="0"/>
              <a:cs typeface="Calibri" panose="020F0502020204030204" pitchFamily="34" charset="0"/>
            </a:endParaRPr>
          </a:p>
        </p:txBody>
      </p:sp>
      <p:graphicFrame>
        <p:nvGraphicFramePr>
          <p:cNvPr id="7" name="Tabelle 6">
            <a:extLst>
              <a:ext uri="{FF2B5EF4-FFF2-40B4-BE49-F238E27FC236}">
                <a16:creationId xmlns:a16="http://schemas.microsoft.com/office/drawing/2014/main" id="{5C8E0478-51EC-111E-49F4-814AF7464170}"/>
              </a:ext>
            </a:extLst>
          </p:cNvPr>
          <p:cNvGraphicFramePr>
            <a:graphicFrameLocks noGrp="1"/>
          </p:cNvGraphicFramePr>
          <p:nvPr>
            <p:extLst>
              <p:ext uri="{D42A27DB-BD31-4B8C-83A1-F6EECF244321}">
                <p14:modId xmlns:p14="http://schemas.microsoft.com/office/powerpoint/2010/main" val="1782771268"/>
              </p:ext>
            </p:extLst>
          </p:nvPr>
        </p:nvGraphicFramePr>
        <p:xfrm>
          <a:off x="6685881" y="6073319"/>
          <a:ext cx="3881403" cy="798893"/>
        </p:xfrm>
        <a:graphic>
          <a:graphicData uri="http://schemas.openxmlformats.org/drawingml/2006/table">
            <a:tbl>
              <a:tblPr firstRow="1" bandRow="1"/>
              <a:tblGrid>
                <a:gridCol w="3881403">
                  <a:extLst>
                    <a:ext uri="{9D8B030D-6E8A-4147-A177-3AD203B41FA5}">
                      <a16:colId xmlns:a16="http://schemas.microsoft.com/office/drawing/2014/main" val="20000"/>
                    </a:ext>
                  </a:extLst>
                </a:gridCol>
              </a:tblGrid>
              <a:tr h="219773">
                <a:tc>
                  <a:txBody>
                    <a:bodyPr/>
                    <a:lstStyle>
                      <a:lvl1pPr marL="0" algn="l" defTabSz="1008126" rtl="0" eaLnBrk="1" latinLnBrk="0" hangingPunct="1">
                        <a:defRPr sz="1985" b="1" kern="1200">
                          <a:solidFill>
                            <a:schemeClr val="lt1"/>
                          </a:solidFill>
                          <a:latin typeface="DINOT"/>
                        </a:defRPr>
                      </a:lvl1pPr>
                      <a:lvl2pPr marL="504063" algn="l" defTabSz="1008126" rtl="0" eaLnBrk="1" latinLnBrk="0" hangingPunct="1">
                        <a:defRPr sz="1985" b="1" kern="1200">
                          <a:solidFill>
                            <a:schemeClr val="lt1"/>
                          </a:solidFill>
                          <a:latin typeface="DINOT"/>
                        </a:defRPr>
                      </a:lvl2pPr>
                      <a:lvl3pPr marL="1008126" algn="l" defTabSz="1008126" rtl="0" eaLnBrk="1" latinLnBrk="0" hangingPunct="1">
                        <a:defRPr sz="1985" b="1" kern="1200">
                          <a:solidFill>
                            <a:schemeClr val="lt1"/>
                          </a:solidFill>
                          <a:latin typeface="DINOT"/>
                        </a:defRPr>
                      </a:lvl3pPr>
                      <a:lvl4pPr marL="1512189" algn="l" defTabSz="1008126" rtl="0" eaLnBrk="1" latinLnBrk="0" hangingPunct="1">
                        <a:defRPr sz="1985" b="1" kern="1200">
                          <a:solidFill>
                            <a:schemeClr val="lt1"/>
                          </a:solidFill>
                          <a:latin typeface="DINOT"/>
                        </a:defRPr>
                      </a:lvl4pPr>
                      <a:lvl5pPr marL="2016252" algn="l" defTabSz="1008126" rtl="0" eaLnBrk="1" latinLnBrk="0" hangingPunct="1">
                        <a:defRPr sz="1985" b="1" kern="1200">
                          <a:solidFill>
                            <a:schemeClr val="lt1"/>
                          </a:solidFill>
                          <a:latin typeface="DINOT"/>
                        </a:defRPr>
                      </a:lvl5pPr>
                      <a:lvl6pPr marL="2520315" algn="l" defTabSz="1008126" rtl="0" eaLnBrk="1" latinLnBrk="0" hangingPunct="1">
                        <a:defRPr sz="1985" b="1" kern="1200">
                          <a:solidFill>
                            <a:schemeClr val="lt1"/>
                          </a:solidFill>
                          <a:latin typeface="DINOT"/>
                        </a:defRPr>
                      </a:lvl6pPr>
                      <a:lvl7pPr marL="3024378" algn="l" defTabSz="1008126" rtl="0" eaLnBrk="1" latinLnBrk="0" hangingPunct="1">
                        <a:defRPr sz="1985" b="1" kern="1200">
                          <a:solidFill>
                            <a:schemeClr val="lt1"/>
                          </a:solidFill>
                          <a:latin typeface="DINOT"/>
                        </a:defRPr>
                      </a:lvl7pPr>
                      <a:lvl8pPr marL="3528441" algn="l" defTabSz="1008126" rtl="0" eaLnBrk="1" latinLnBrk="0" hangingPunct="1">
                        <a:defRPr sz="1985" b="1" kern="1200">
                          <a:solidFill>
                            <a:schemeClr val="lt1"/>
                          </a:solidFill>
                          <a:latin typeface="DINOT"/>
                        </a:defRPr>
                      </a:lvl8pPr>
                      <a:lvl9pPr marL="4032504" algn="l" defTabSz="1008126" rtl="0" eaLnBrk="1" latinLnBrk="0" hangingPunct="1">
                        <a:defRPr sz="1985" b="1" kern="1200">
                          <a:solidFill>
                            <a:schemeClr val="lt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chemeClr val="bg1"/>
                          </a:solidFill>
                          <a:latin typeface="Franklin Gothic Book" panose="020B0503020102020204" pitchFamily="34" charset="0"/>
                          <a:ea typeface="+mn-ea"/>
                          <a:cs typeface="+mn-cs"/>
                        </a:rPr>
                        <a:t>Claims</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540000">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171450" marR="0" lvl="0" indent="-171450" algn="l" defTabSz="10430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kern="1200" dirty="0">
                          <a:solidFill>
                            <a:srgbClr val="661C31"/>
                          </a:solidFill>
                          <a:latin typeface="Franklin Gothic Book" panose="020B0503020102020204" pitchFamily="34" charset="0"/>
                          <a:ea typeface="+mn-ea"/>
                          <a:cs typeface="+mn-cs"/>
                        </a:rPr>
                        <a:t>h</a:t>
                      </a:r>
                      <a:r>
                        <a:rPr lang="de-DE" sz="800" kern="1200">
                          <a:solidFill>
                            <a:srgbClr val="661C31"/>
                          </a:solidFill>
                          <a:latin typeface="Franklin Gothic Book" panose="020B0503020102020204" pitchFamily="34" charset="0"/>
                          <a:ea typeface="+mn-ea"/>
                          <a:cs typeface="+mn-cs"/>
                        </a:rPr>
                        <a:t>oher </a:t>
                      </a:r>
                      <a:r>
                        <a:rPr lang="de-DE" sz="800" kern="1200" dirty="0">
                          <a:solidFill>
                            <a:srgbClr val="661C31"/>
                          </a:solidFill>
                          <a:latin typeface="Franklin Gothic Book" panose="020B0503020102020204" pitchFamily="34" charset="0"/>
                          <a:ea typeface="+mn-ea"/>
                          <a:cs typeface="+mn-cs"/>
                        </a:rPr>
                        <a:t>Ballaststoffgehalt</a:t>
                      </a:r>
                    </a:p>
                    <a:p>
                      <a:pPr marL="171450" marR="0" lvl="0" indent="-171450" algn="l" defTabSz="10430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kern="1200" dirty="0">
                          <a:solidFill>
                            <a:srgbClr val="661C31"/>
                          </a:solidFill>
                          <a:latin typeface="Franklin Gothic Book" panose="020B0503020102020204" pitchFamily="34" charset="0"/>
                          <a:ea typeface="+mn-ea"/>
                          <a:cs typeface="+mn-cs"/>
                        </a:rPr>
                        <a:t>zuckerarm</a:t>
                      </a:r>
                    </a:p>
                    <a:p>
                      <a:pPr marL="171450" marR="0" lvl="0" indent="-171450" algn="l" defTabSz="10430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kern="1200" dirty="0">
                          <a:solidFill>
                            <a:srgbClr val="661C31"/>
                          </a:solidFill>
                          <a:latin typeface="Franklin Gothic Book" panose="020B0503020102020204" pitchFamily="34" charset="0"/>
                          <a:ea typeface="+mn-ea"/>
                          <a:cs typeface="+mn-cs"/>
                        </a:rPr>
                        <a:t>ohne zugesetzten Zucker</a:t>
                      </a:r>
                    </a:p>
                    <a:p>
                      <a:pPr marL="171450" marR="0" lvl="0" indent="-171450" algn="l" defTabSz="10430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kern="1200" dirty="0">
                          <a:solidFill>
                            <a:srgbClr val="661C31"/>
                          </a:solidFill>
                          <a:latin typeface="Franklin Gothic Book" panose="020B0503020102020204" pitchFamily="34" charset="0"/>
                          <a:ea typeface="+mn-ea"/>
                          <a:cs typeface="+mn-cs"/>
                        </a:rPr>
                        <a:t>salzarm</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graphicFrame>
        <p:nvGraphicFramePr>
          <p:cNvPr id="8" name="Tabelle 7">
            <a:extLst>
              <a:ext uri="{FF2B5EF4-FFF2-40B4-BE49-F238E27FC236}">
                <a16:creationId xmlns:a16="http://schemas.microsoft.com/office/drawing/2014/main" id="{EACDEBCE-B4C3-977C-333A-99B2CC85FF70}"/>
              </a:ext>
            </a:extLst>
          </p:cNvPr>
          <p:cNvGraphicFramePr>
            <a:graphicFrameLocks noGrp="1"/>
          </p:cNvGraphicFramePr>
          <p:nvPr>
            <p:extLst>
              <p:ext uri="{D42A27DB-BD31-4B8C-83A1-F6EECF244321}">
                <p14:modId xmlns:p14="http://schemas.microsoft.com/office/powerpoint/2010/main" val="1656654294"/>
              </p:ext>
            </p:extLst>
          </p:nvPr>
        </p:nvGraphicFramePr>
        <p:xfrm>
          <a:off x="2093744" y="6358481"/>
          <a:ext cx="4242237" cy="426720"/>
        </p:xfrm>
        <a:graphic>
          <a:graphicData uri="http://schemas.openxmlformats.org/drawingml/2006/table">
            <a:tbl>
              <a:tblPr firstRow="1" bandRow="1"/>
              <a:tblGrid>
                <a:gridCol w="4242237">
                  <a:extLst>
                    <a:ext uri="{9D8B030D-6E8A-4147-A177-3AD203B41FA5}">
                      <a16:colId xmlns:a16="http://schemas.microsoft.com/office/drawing/2014/main" val="20000"/>
                    </a:ext>
                  </a:extLst>
                </a:gridCol>
              </a:tblGrid>
              <a:tr h="167812">
                <a:tc>
                  <a:txBody>
                    <a:bodyPr/>
                    <a:lstStyle>
                      <a:lvl1pPr marL="0" algn="l" defTabSz="1008126" rtl="0" eaLnBrk="1" latinLnBrk="0" hangingPunct="1">
                        <a:defRPr sz="1985" b="1" kern="1200">
                          <a:solidFill>
                            <a:schemeClr val="lt1"/>
                          </a:solidFill>
                          <a:latin typeface="DINOT"/>
                        </a:defRPr>
                      </a:lvl1pPr>
                      <a:lvl2pPr marL="504063" algn="l" defTabSz="1008126" rtl="0" eaLnBrk="1" latinLnBrk="0" hangingPunct="1">
                        <a:defRPr sz="1985" b="1" kern="1200">
                          <a:solidFill>
                            <a:schemeClr val="lt1"/>
                          </a:solidFill>
                          <a:latin typeface="DINOT"/>
                        </a:defRPr>
                      </a:lvl2pPr>
                      <a:lvl3pPr marL="1008126" algn="l" defTabSz="1008126" rtl="0" eaLnBrk="1" latinLnBrk="0" hangingPunct="1">
                        <a:defRPr sz="1985" b="1" kern="1200">
                          <a:solidFill>
                            <a:schemeClr val="lt1"/>
                          </a:solidFill>
                          <a:latin typeface="DINOT"/>
                        </a:defRPr>
                      </a:lvl3pPr>
                      <a:lvl4pPr marL="1512189" algn="l" defTabSz="1008126" rtl="0" eaLnBrk="1" latinLnBrk="0" hangingPunct="1">
                        <a:defRPr sz="1985" b="1" kern="1200">
                          <a:solidFill>
                            <a:schemeClr val="lt1"/>
                          </a:solidFill>
                          <a:latin typeface="DINOT"/>
                        </a:defRPr>
                      </a:lvl4pPr>
                      <a:lvl5pPr marL="2016252" algn="l" defTabSz="1008126" rtl="0" eaLnBrk="1" latinLnBrk="0" hangingPunct="1">
                        <a:defRPr sz="1985" b="1" kern="1200">
                          <a:solidFill>
                            <a:schemeClr val="lt1"/>
                          </a:solidFill>
                          <a:latin typeface="DINOT"/>
                        </a:defRPr>
                      </a:lvl5pPr>
                      <a:lvl6pPr marL="2520315" algn="l" defTabSz="1008126" rtl="0" eaLnBrk="1" latinLnBrk="0" hangingPunct="1">
                        <a:defRPr sz="1985" b="1" kern="1200">
                          <a:solidFill>
                            <a:schemeClr val="lt1"/>
                          </a:solidFill>
                          <a:latin typeface="DINOT"/>
                        </a:defRPr>
                      </a:lvl6pPr>
                      <a:lvl7pPr marL="3024378" algn="l" defTabSz="1008126" rtl="0" eaLnBrk="1" latinLnBrk="0" hangingPunct="1">
                        <a:defRPr sz="1985" b="1" kern="1200">
                          <a:solidFill>
                            <a:schemeClr val="lt1"/>
                          </a:solidFill>
                          <a:latin typeface="DINOT"/>
                        </a:defRPr>
                      </a:lvl7pPr>
                      <a:lvl8pPr marL="3528441" algn="l" defTabSz="1008126" rtl="0" eaLnBrk="1" latinLnBrk="0" hangingPunct="1">
                        <a:defRPr sz="1985" b="1" kern="1200">
                          <a:solidFill>
                            <a:schemeClr val="lt1"/>
                          </a:solidFill>
                          <a:latin typeface="DINOT"/>
                        </a:defRPr>
                      </a:lvl8pPr>
                      <a:lvl9pPr marL="4032504" algn="l" defTabSz="1008126" rtl="0" eaLnBrk="1" latinLnBrk="0" hangingPunct="1">
                        <a:defRPr sz="1985" b="1" kern="1200">
                          <a:solidFill>
                            <a:schemeClr val="lt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Lagerbedingungen:</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192228">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700" kern="1200" dirty="0">
                          <a:solidFill>
                            <a:srgbClr val="661C31"/>
                          </a:solidFill>
                          <a:latin typeface="Franklin Gothic Book" panose="020B0503020102020204" pitchFamily="34" charset="0"/>
                          <a:ea typeface="+mn-ea"/>
                          <a:cs typeface="+mn-cs"/>
                        </a:rPr>
                        <a:t>12 Monate im Originalgebinde, bei Lagerung unter 20°C und unter 60 % relativer Luftfeuchtigkeit</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graphicFrame>
        <p:nvGraphicFramePr>
          <p:cNvPr id="9" name="Tabelle 8">
            <a:extLst>
              <a:ext uri="{FF2B5EF4-FFF2-40B4-BE49-F238E27FC236}">
                <a16:creationId xmlns:a16="http://schemas.microsoft.com/office/drawing/2014/main" id="{BFA77CD0-1E62-8B1D-7F3A-84669DDEF844}"/>
              </a:ext>
            </a:extLst>
          </p:cNvPr>
          <p:cNvGraphicFramePr>
            <a:graphicFrameLocks noGrp="1"/>
          </p:cNvGraphicFramePr>
          <p:nvPr>
            <p:extLst>
              <p:ext uri="{D42A27DB-BD31-4B8C-83A1-F6EECF244321}">
                <p14:modId xmlns:p14="http://schemas.microsoft.com/office/powerpoint/2010/main" val="2731225501"/>
              </p:ext>
            </p:extLst>
          </p:nvPr>
        </p:nvGraphicFramePr>
        <p:xfrm>
          <a:off x="2086707" y="5508823"/>
          <a:ext cx="4249275" cy="640080"/>
        </p:xfrm>
        <a:graphic>
          <a:graphicData uri="http://schemas.openxmlformats.org/drawingml/2006/table">
            <a:tbl>
              <a:tblPr firstRow="1" bandRow="1"/>
              <a:tblGrid>
                <a:gridCol w="4249275">
                  <a:extLst>
                    <a:ext uri="{9D8B030D-6E8A-4147-A177-3AD203B41FA5}">
                      <a16:colId xmlns:a16="http://schemas.microsoft.com/office/drawing/2014/main" val="20000"/>
                    </a:ext>
                  </a:extLst>
                </a:gridCol>
              </a:tblGrid>
              <a:tr h="201117">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Allergenhinweis:</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3923637370"/>
                  </a:ext>
                </a:extLst>
              </a:tr>
              <a:tr h="332059">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700" kern="1200" dirty="0">
                          <a:solidFill>
                            <a:srgbClr val="661C31"/>
                          </a:solidFill>
                          <a:latin typeface="Franklin Gothic Book" panose="020B0503020102020204" pitchFamily="34" charset="0"/>
                          <a:ea typeface="+mn-ea"/>
                          <a:cs typeface="+mn-cs"/>
                        </a:rPr>
                        <a:t>Enthält </a:t>
                      </a:r>
                      <a:r>
                        <a:rPr lang="de-DE" sz="700" kern="1200" dirty="0" err="1">
                          <a:solidFill>
                            <a:srgbClr val="661C31"/>
                          </a:solidFill>
                          <a:latin typeface="Franklin Gothic Book" panose="020B0503020102020204" pitchFamily="34" charset="0"/>
                          <a:ea typeface="+mn-ea"/>
                          <a:cs typeface="+mn-cs"/>
                        </a:rPr>
                        <a:t>allergene</a:t>
                      </a:r>
                      <a:r>
                        <a:rPr lang="de-DE" sz="700" kern="1200" dirty="0">
                          <a:solidFill>
                            <a:srgbClr val="661C31"/>
                          </a:solidFill>
                          <a:latin typeface="Franklin Gothic Book" panose="020B0503020102020204" pitchFamily="34" charset="0"/>
                          <a:ea typeface="+mn-ea"/>
                          <a:cs typeface="+mn-cs"/>
                        </a:rPr>
                        <a:t> Zutaten entsprechend der Zutatenliste. Wird in einer Umgebung hergestellt, in der folgende Allergene vorhanden sind: Glutenhaltige Getreide, Schalenfrüchte, Erdnüsse, Milcherzeugnisse, Sojaerzeugnisse, Sesamsamen, Senf, Lupine.</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0"/>
                  </a:ext>
                </a:extLst>
              </a:tr>
            </a:tbl>
          </a:graphicData>
        </a:graphic>
      </p:graphicFrame>
      <p:pic>
        <p:nvPicPr>
          <p:cNvPr id="10" name="Grafik 9">
            <a:extLst>
              <a:ext uri="{FF2B5EF4-FFF2-40B4-BE49-F238E27FC236}">
                <a16:creationId xmlns:a16="http://schemas.microsoft.com/office/drawing/2014/main" id="{FBF49727-42D1-A6D2-33F7-BB48503C0647}"/>
              </a:ext>
            </a:extLst>
          </p:cNvPr>
          <p:cNvPicPr>
            <a:picLocks noChangeAspect="1"/>
          </p:cNvPicPr>
          <p:nvPr/>
        </p:nvPicPr>
        <p:blipFill rotWithShape="1">
          <a:blip r:embed="rId3"/>
          <a:srcRect l="7115" r="4878"/>
          <a:stretch/>
        </p:blipFill>
        <p:spPr>
          <a:xfrm>
            <a:off x="0" y="889068"/>
            <a:ext cx="1984345" cy="6066835"/>
          </a:xfrm>
          <a:prstGeom prst="rect">
            <a:avLst/>
          </a:prstGeom>
          <a:ln>
            <a:noFill/>
          </a:ln>
          <a:effectLst>
            <a:softEdge rad="165100"/>
          </a:effectLst>
        </p:spPr>
      </p:pic>
      <p:graphicFrame>
        <p:nvGraphicFramePr>
          <p:cNvPr id="3" name="Tabelle 2"/>
          <p:cNvGraphicFramePr>
            <a:graphicFrameLocks noGrp="1"/>
          </p:cNvGraphicFramePr>
          <p:nvPr>
            <p:extLst>
              <p:ext uri="{D42A27DB-BD31-4B8C-83A1-F6EECF244321}">
                <p14:modId xmlns:p14="http://schemas.microsoft.com/office/powerpoint/2010/main" val="407193664"/>
              </p:ext>
            </p:extLst>
          </p:nvPr>
        </p:nvGraphicFramePr>
        <p:xfrm>
          <a:off x="2093744" y="1109170"/>
          <a:ext cx="4248471" cy="2164080"/>
        </p:xfrm>
        <a:graphic>
          <a:graphicData uri="http://schemas.openxmlformats.org/drawingml/2006/table">
            <a:tbl>
              <a:tblPr firstRow="1" bandRow="1">
                <a:tableStyleId>{5C22544A-7EE6-4342-B048-85BDC9FD1C3A}</a:tableStyleId>
              </a:tblPr>
              <a:tblGrid>
                <a:gridCol w="1465552">
                  <a:extLst>
                    <a:ext uri="{9D8B030D-6E8A-4147-A177-3AD203B41FA5}">
                      <a16:colId xmlns:a16="http://schemas.microsoft.com/office/drawing/2014/main" val="20000"/>
                    </a:ext>
                  </a:extLst>
                </a:gridCol>
                <a:gridCol w="2278864">
                  <a:extLst>
                    <a:ext uri="{9D8B030D-6E8A-4147-A177-3AD203B41FA5}">
                      <a16:colId xmlns:a16="http://schemas.microsoft.com/office/drawing/2014/main" val="20001"/>
                    </a:ext>
                  </a:extLst>
                </a:gridCol>
                <a:gridCol w="504055">
                  <a:extLst>
                    <a:ext uri="{9D8B030D-6E8A-4147-A177-3AD203B41FA5}">
                      <a16:colId xmlns:a16="http://schemas.microsoft.com/office/drawing/2014/main" val="20002"/>
                    </a:ext>
                  </a:extLst>
                </a:gridCol>
              </a:tblGrid>
              <a:tr h="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Zutaten</a:t>
                      </a:r>
                    </a:p>
                  </a:txBody>
                  <a:tcPr>
                    <a:solidFill>
                      <a:srgbClr val="661C31"/>
                    </a:solidFill>
                  </a:tcPr>
                </a:tc>
                <a:tc>
                  <a:txBody>
                    <a:bodyPr/>
                    <a:lstStyle/>
                    <a:p>
                      <a:pPr algn="ctr"/>
                      <a:endParaRPr lang="de-DE" sz="1000" dirty="0">
                        <a:solidFill>
                          <a:schemeClr val="bg1"/>
                        </a:solidFill>
                        <a:latin typeface="Franklin Gothic Book" panose="020B0503020102020204" pitchFamily="34" charset="0"/>
                      </a:endParaRPr>
                    </a:p>
                  </a:txBody>
                  <a:tcPr>
                    <a:solidFill>
                      <a:srgbClr val="661C31"/>
                    </a:solidFill>
                  </a:tcPr>
                </a:tc>
                <a:tc>
                  <a:txBody>
                    <a:body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In</a:t>
                      </a:r>
                      <a:r>
                        <a:rPr lang="de-DE" sz="1000" kern="1200" dirty="0">
                          <a:solidFill>
                            <a:schemeClr val="bg1"/>
                          </a:solidFill>
                          <a:latin typeface="Franklin Gothic Book" panose="020B0503020102020204" pitchFamily="34" charset="0"/>
                          <a:ea typeface="+mn-ea"/>
                          <a:cs typeface="+mn-cs"/>
                        </a:rPr>
                        <a:t> %</a:t>
                      </a:r>
                    </a:p>
                  </a:txBody>
                  <a:tcPr>
                    <a:solidFill>
                      <a:srgbClr val="661C31"/>
                    </a:solidFill>
                  </a:tcPr>
                </a:tc>
                <a:extLst>
                  <a:ext uri="{0D108BD9-81ED-4DB2-BD59-A6C34878D82A}">
                    <a16:rowId xmlns:a16="http://schemas.microsoft.com/office/drawing/2014/main" val="10000"/>
                  </a:ext>
                </a:extLst>
              </a:tr>
              <a:tr h="180000">
                <a:tc>
                  <a:txBody>
                    <a:bodyPr/>
                    <a:lstStyle/>
                    <a:p>
                      <a:pPr marL="0" algn="l" defTabSz="1043073" rtl="0" eaLnBrk="1" latinLnBrk="0" hangingPunct="1"/>
                      <a:r>
                        <a:rPr lang="de-DE" sz="800" i="0" dirty="0">
                          <a:solidFill>
                            <a:srgbClr val="661C31"/>
                          </a:solidFill>
                          <a:latin typeface="Franklin Gothic Book" panose="020B0503020102020204" pitchFamily="34" charset="0"/>
                        </a:rPr>
                        <a:t>Knuspermüsli – mit Süßungsmittel</a:t>
                      </a:r>
                      <a:endParaRPr lang="de-DE" sz="800" i="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l" defTabSz="1043073" rtl="0" eaLnBrk="1" latinLnBrk="0" hangingPunct="1"/>
                      <a:r>
                        <a:rPr lang="de-DE" sz="800" i="0" dirty="0" err="1">
                          <a:solidFill>
                            <a:srgbClr val="661C31"/>
                          </a:solidFill>
                          <a:latin typeface="Franklin Gothic Book" panose="020B0503020102020204" pitchFamily="34" charset="0"/>
                        </a:rPr>
                        <a:t>HAFERvollkornflocken</a:t>
                      </a:r>
                      <a:r>
                        <a:rPr lang="de-DE" sz="800" i="0" dirty="0">
                          <a:solidFill>
                            <a:srgbClr val="661C31"/>
                          </a:solidFill>
                          <a:latin typeface="Franklin Gothic Book" panose="020B0503020102020204" pitchFamily="34" charset="0"/>
                        </a:rPr>
                        <a:t>, Vollkornweizen-</a:t>
                      </a:r>
                      <a:r>
                        <a:rPr lang="de-DE" sz="800" i="0" dirty="0" err="1">
                          <a:solidFill>
                            <a:srgbClr val="661C31"/>
                          </a:solidFill>
                          <a:latin typeface="Franklin Gothic Book" panose="020B0503020102020204" pitchFamily="34" charset="0"/>
                        </a:rPr>
                        <a:t>Extrudat</a:t>
                      </a:r>
                      <a:r>
                        <a:rPr lang="de-DE" sz="800" i="0" dirty="0">
                          <a:solidFill>
                            <a:srgbClr val="661C31"/>
                          </a:solidFill>
                          <a:latin typeface="Franklin Gothic Book" panose="020B0503020102020204" pitchFamily="34" charset="0"/>
                        </a:rPr>
                        <a:t> (</a:t>
                      </a:r>
                      <a:r>
                        <a:rPr lang="de-DE" sz="800" i="0" dirty="0" err="1">
                          <a:solidFill>
                            <a:srgbClr val="661C31"/>
                          </a:solidFill>
                          <a:latin typeface="Franklin Gothic Book" panose="020B0503020102020204" pitchFamily="34" charset="0"/>
                        </a:rPr>
                        <a:t>WEIZENvollkornmehl</a:t>
                      </a:r>
                      <a:r>
                        <a:rPr lang="de-DE" sz="800" i="0" dirty="0">
                          <a:solidFill>
                            <a:srgbClr val="661C31"/>
                          </a:solidFill>
                          <a:latin typeface="Franklin Gothic Book" panose="020B0503020102020204" pitchFamily="34" charset="0"/>
                        </a:rPr>
                        <a:t>), Haferkleie, Oligofruktose, Sonnenblumenöl (mit Antioxidationsmittel: stark Tocopherol-haltige Extrakte), Inulin, natürliches Aroma Typ Vanille, natürliches Aroma Typ Biskuit, Salz, Süßungsmittel: </a:t>
                      </a:r>
                      <a:r>
                        <a:rPr lang="de-DE" sz="800" i="0" dirty="0" err="1">
                          <a:solidFill>
                            <a:srgbClr val="661C31"/>
                          </a:solidFill>
                          <a:latin typeface="Franklin Gothic Book" panose="020B0503020102020204" pitchFamily="34" charset="0"/>
                        </a:rPr>
                        <a:t>Sucralose</a:t>
                      </a:r>
                      <a:endParaRPr lang="de-DE" sz="800" i="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ctr" defTabSz="1043073" rtl="0" eaLnBrk="1" latinLnBrk="0" hangingPunct="1"/>
                      <a:r>
                        <a:rPr lang="de-DE" sz="800" i="0" kern="1200" dirty="0">
                          <a:solidFill>
                            <a:srgbClr val="661C31"/>
                          </a:solidFill>
                          <a:latin typeface="Franklin Gothic Book" panose="020B0503020102020204" pitchFamily="34" charset="0"/>
                          <a:ea typeface="+mn-ea"/>
                          <a:cs typeface="+mn-cs"/>
                        </a:rPr>
                        <a:t>97</a:t>
                      </a:r>
                    </a:p>
                  </a:txBody>
                  <a:tcPr>
                    <a:solidFill>
                      <a:srgbClr val="F2F2F2"/>
                    </a:solidFill>
                  </a:tcPr>
                </a:tc>
                <a:extLst>
                  <a:ext uri="{0D108BD9-81ED-4DB2-BD59-A6C34878D82A}">
                    <a16:rowId xmlns:a16="http://schemas.microsoft.com/office/drawing/2014/main" val="10002"/>
                  </a:ext>
                </a:extLst>
              </a:tr>
              <a:tr h="180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i="0" kern="1200" noProof="0" dirty="0">
                          <a:solidFill>
                            <a:srgbClr val="661C31"/>
                          </a:solidFill>
                          <a:latin typeface="Franklin Gothic Book" panose="020B0503020102020204" pitchFamily="34" charset="0"/>
                          <a:ea typeface="+mn-ea"/>
                          <a:cs typeface="+mn-cs"/>
                        </a:rPr>
                        <a:t>gefriergetrocknete Erdbeerstücke</a:t>
                      </a:r>
                    </a:p>
                  </a:txBody>
                  <a:tcPr>
                    <a:solidFill>
                      <a:srgbClr val="D9D9D9"/>
                    </a:solidFill>
                  </a:tcPr>
                </a:tc>
                <a:tc>
                  <a:txBody>
                    <a:bodyPr/>
                    <a:lstStyle/>
                    <a:p>
                      <a:pPr marL="0" algn="l" defTabSz="1043073" rtl="0" eaLnBrk="1" latinLnBrk="0" hangingPunct="1"/>
                      <a:endParaRPr lang="de-DE" sz="800" i="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algn="ctr" defTabSz="1043073" rtl="0" eaLnBrk="1" latinLnBrk="0" hangingPunct="1"/>
                      <a:r>
                        <a:rPr lang="de-DE" sz="800" i="0" kern="1200" dirty="0">
                          <a:solidFill>
                            <a:srgbClr val="661C31"/>
                          </a:solidFill>
                          <a:latin typeface="Franklin Gothic Book" panose="020B0503020102020204" pitchFamily="34" charset="0"/>
                          <a:ea typeface="+mn-ea"/>
                          <a:cs typeface="+mn-cs"/>
                        </a:rPr>
                        <a:t>1,5</a:t>
                      </a:r>
                    </a:p>
                  </a:txBody>
                  <a:tcPr>
                    <a:solidFill>
                      <a:srgbClr val="D9D9D9"/>
                    </a:solidFill>
                  </a:tcPr>
                </a:tc>
                <a:extLst>
                  <a:ext uri="{0D108BD9-81ED-4DB2-BD59-A6C34878D82A}">
                    <a16:rowId xmlns:a16="http://schemas.microsoft.com/office/drawing/2014/main" val="10003"/>
                  </a:ext>
                </a:extLst>
              </a:tr>
              <a:tr h="180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i="0" kern="1200" dirty="0">
                          <a:solidFill>
                            <a:srgbClr val="661C31"/>
                          </a:solidFill>
                          <a:latin typeface="Franklin Gothic Book" panose="020B0503020102020204" pitchFamily="34" charset="0"/>
                          <a:ea typeface="+mn-ea"/>
                          <a:cs typeface="+mn-cs"/>
                        </a:rPr>
                        <a:t>gefriergetrocknete Heidelbeeren</a:t>
                      </a:r>
                    </a:p>
                  </a:txBody>
                  <a:tcPr>
                    <a:solidFill>
                      <a:srgbClr val="F2F2F2"/>
                    </a:solidFill>
                  </a:tcPr>
                </a:tc>
                <a:tc>
                  <a:txBody>
                    <a:bodyPr/>
                    <a:lstStyle/>
                    <a:p>
                      <a:pPr marL="0" algn="l" defTabSz="1043073" rtl="0" eaLnBrk="1" latinLnBrk="0" hangingPunct="1"/>
                      <a:endParaRPr lang="de-DE" sz="800" i="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ctr" defTabSz="1043073" rtl="0" eaLnBrk="1" latinLnBrk="0" hangingPunct="1"/>
                      <a:r>
                        <a:rPr lang="de-DE" sz="800" i="0" kern="1200" dirty="0">
                          <a:solidFill>
                            <a:srgbClr val="661C31"/>
                          </a:solidFill>
                          <a:latin typeface="Franklin Gothic Book" panose="020B0503020102020204" pitchFamily="34" charset="0"/>
                          <a:ea typeface="+mn-ea"/>
                          <a:cs typeface="+mn-cs"/>
                        </a:rPr>
                        <a:t>1,5</a:t>
                      </a:r>
                    </a:p>
                  </a:txBody>
                  <a:tcPr>
                    <a:solidFill>
                      <a:srgbClr val="F2F2F2"/>
                    </a:solidFill>
                  </a:tcPr>
                </a:tc>
                <a:extLst>
                  <a:ext uri="{0D108BD9-81ED-4DB2-BD59-A6C34878D82A}">
                    <a16:rowId xmlns:a16="http://schemas.microsoft.com/office/drawing/2014/main" val="10004"/>
                  </a:ext>
                </a:extLst>
              </a:tr>
              <a:tr h="180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i="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algn="l" defTabSz="1043073" rtl="0" eaLnBrk="1" latinLnBrk="0" hangingPunct="1"/>
                      <a:endParaRPr lang="de-DE" sz="800" i="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algn="ctr" defTabSz="1043073" rtl="0" eaLnBrk="1" latinLnBrk="0" hangingPunct="1"/>
                      <a:endParaRPr lang="de-DE" sz="800" i="0" kern="1200" dirty="0">
                        <a:solidFill>
                          <a:srgbClr val="661C31"/>
                        </a:solidFill>
                        <a:latin typeface="Franklin Gothic Book" panose="020B0503020102020204" pitchFamily="34" charset="0"/>
                        <a:ea typeface="+mn-ea"/>
                        <a:cs typeface="+mn-cs"/>
                      </a:endParaRPr>
                    </a:p>
                  </a:txBody>
                  <a:tcPr>
                    <a:solidFill>
                      <a:srgbClr val="D9D9D9"/>
                    </a:solidFill>
                  </a:tcPr>
                </a:tc>
                <a:extLst>
                  <a:ext uri="{0D108BD9-81ED-4DB2-BD59-A6C34878D82A}">
                    <a16:rowId xmlns:a16="http://schemas.microsoft.com/office/drawing/2014/main" val="3450385764"/>
                  </a:ext>
                </a:extLst>
              </a:tr>
              <a:tr h="180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i="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l" defTabSz="1043073" rtl="0" eaLnBrk="1" latinLnBrk="0" hangingPunct="1"/>
                      <a:endParaRPr lang="de-DE" sz="800" i="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ctr" defTabSz="1043073" rtl="0" eaLnBrk="1" latinLnBrk="0" hangingPunct="1"/>
                      <a:endParaRPr lang="de-DE" sz="800" i="0" kern="1200" dirty="0">
                        <a:solidFill>
                          <a:srgbClr val="661C31"/>
                        </a:solidFill>
                        <a:latin typeface="Franklin Gothic Book" panose="020B0503020102020204" pitchFamily="34" charset="0"/>
                        <a:ea typeface="+mn-ea"/>
                        <a:cs typeface="+mn-cs"/>
                      </a:endParaRPr>
                    </a:p>
                  </a:txBody>
                  <a:tcPr>
                    <a:solidFill>
                      <a:srgbClr val="F2F2F2"/>
                    </a:solidFill>
                  </a:tcPr>
                </a:tc>
                <a:extLst>
                  <a:ext uri="{0D108BD9-81ED-4DB2-BD59-A6C34878D82A}">
                    <a16:rowId xmlns:a16="http://schemas.microsoft.com/office/drawing/2014/main" val="197236757"/>
                  </a:ext>
                </a:extLst>
              </a:tr>
            </a:tbl>
          </a:graphicData>
        </a:graphic>
      </p:graphicFrame>
      <p:graphicFrame>
        <p:nvGraphicFramePr>
          <p:cNvPr id="5" name="Tabelle 4"/>
          <p:cNvGraphicFramePr>
            <a:graphicFrameLocks noGrp="1"/>
          </p:cNvGraphicFramePr>
          <p:nvPr>
            <p:extLst>
              <p:ext uri="{D42A27DB-BD31-4B8C-83A1-F6EECF244321}">
                <p14:modId xmlns:p14="http://schemas.microsoft.com/office/powerpoint/2010/main" val="258632267"/>
              </p:ext>
            </p:extLst>
          </p:nvPr>
        </p:nvGraphicFramePr>
        <p:xfrm>
          <a:off x="2086705" y="3669185"/>
          <a:ext cx="4249276" cy="1746123"/>
        </p:xfrm>
        <a:graphic>
          <a:graphicData uri="http://schemas.openxmlformats.org/drawingml/2006/table">
            <a:tbl>
              <a:tblPr firstRow="1" bandRow="1"/>
              <a:tblGrid>
                <a:gridCol w="4249276">
                  <a:extLst>
                    <a:ext uri="{9D8B030D-6E8A-4147-A177-3AD203B41FA5}">
                      <a16:colId xmlns:a16="http://schemas.microsoft.com/office/drawing/2014/main" val="20000"/>
                    </a:ext>
                  </a:extLst>
                </a:gridCol>
              </a:tblGrid>
              <a:tr h="313563">
                <a:tc>
                  <a:txBody>
                    <a:bodyPr/>
                    <a:lstStyle>
                      <a:lvl1pPr marL="0" algn="l" defTabSz="1043073" rtl="0" eaLnBrk="1" latinLnBrk="0" hangingPunct="1">
                        <a:defRPr sz="2100" b="1" kern="1200">
                          <a:solidFill>
                            <a:schemeClr val="lt1"/>
                          </a:solidFill>
                          <a:latin typeface="Calibri" panose="020F0502020204030204"/>
                        </a:defRPr>
                      </a:lvl1pPr>
                      <a:lvl2pPr marL="521536" algn="l" defTabSz="1043073" rtl="0" eaLnBrk="1" latinLnBrk="0" hangingPunct="1">
                        <a:defRPr sz="2100" b="1" kern="1200">
                          <a:solidFill>
                            <a:schemeClr val="lt1"/>
                          </a:solidFill>
                          <a:latin typeface="Calibri" panose="020F0502020204030204"/>
                        </a:defRPr>
                      </a:lvl2pPr>
                      <a:lvl3pPr marL="1043073" algn="l" defTabSz="1043073" rtl="0" eaLnBrk="1" latinLnBrk="0" hangingPunct="1">
                        <a:defRPr sz="2100" b="1" kern="1200">
                          <a:solidFill>
                            <a:schemeClr val="lt1"/>
                          </a:solidFill>
                          <a:latin typeface="Calibri" panose="020F0502020204030204"/>
                        </a:defRPr>
                      </a:lvl3pPr>
                      <a:lvl4pPr marL="1564609" algn="l" defTabSz="1043073" rtl="0" eaLnBrk="1" latinLnBrk="0" hangingPunct="1">
                        <a:defRPr sz="2100" b="1" kern="1200">
                          <a:solidFill>
                            <a:schemeClr val="lt1"/>
                          </a:solidFill>
                          <a:latin typeface="Calibri" panose="020F0502020204030204"/>
                        </a:defRPr>
                      </a:lvl4pPr>
                      <a:lvl5pPr marL="2086146" algn="l" defTabSz="1043073" rtl="0" eaLnBrk="1" latinLnBrk="0" hangingPunct="1">
                        <a:defRPr sz="2100" b="1" kern="1200">
                          <a:solidFill>
                            <a:schemeClr val="lt1"/>
                          </a:solidFill>
                          <a:latin typeface="Calibri" panose="020F0502020204030204"/>
                        </a:defRPr>
                      </a:lvl5pPr>
                      <a:lvl6pPr marL="2607682" algn="l" defTabSz="1043073" rtl="0" eaLnBrk="1" latinLnBrk="0" hangingPunct="1">
                        <a:defRPr sz="2100" b="1" kern="1200">
                          <a:solidFill>
                            <a:schemeClr val="lt1"/>
                          </a:solidFill>
                          <a:latin typeface="Calibri" panose="020F0502020204030204"/>
                        </a:defRPr>
                      </a:lvl6pPr>
                      <a:lvl7pPr marL="3129219" algn="l" defTabSz="1043073" rtl="0" eaLnBrk="1" latinLnBrk="0" hangingPunct="1">
                        <a:defRPr sz="2100" b="1" kern="1200">
                          <a:solidFill>
                            <a:schemeClr val="lt1"/>
                          </a:solidFill>
                          <a:latin typeface="Calibri" panose="020F0502020204030204"/>
                        </a:defRPr>
                      </a:lvl7pPr>
                      <a:lvl8pPr marL="3650755" algn="l" defTabSz="1043073" rtl="0" eaLnBrk="1" latinLnBrk="0" hangingPunct="1">
                        <a:defRPr sz="2100" b="1" kern="1200">
                          <a:solidFill>
                            <a:schemeClr val="lt1"/>
                          </a:solidFill>
                          <a:latin typeface="Calibri" panose="020F0502020204030204"/>
                        </a:defRPr>
                      </a:lvl8pPr>
                      <a:lvl9pPr marL="4172292" algn="l" defTabSz="1043073" rtl="0" eaLnBrk="1" latinLnBrk="0" hangingPunct="1">
                        <a:defRPr sz="2100" b="1" kern="1200">
                          <a:solidFill>
                            <a:schemeClr val="lt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noProof="0" dirty="0">
                          <a:solidFill>
                            <a:schemeClr val="bg1"/>
                          </a:solidFill>
                          <a:latin typeface="Franklin Gothic Book" panose="020B0503020102020204" pitchFamily="34" charset="0"/>
                          <a:ea typeface="+mn-ea"/>
                          <a:cs typeface="+mn-cs"/>
                        </a:rPr>
                        <a:t>Zutaten</a:t>
                      </a:r>
                      <a:r>
                        <a:rPr lang="de-DE" sz="1000" b="1" kern="1200" noProof="0" dirty="0">
                          <a:solidFill>
                            <a:schemeClr val="bg1"/>
                          </a:solidFill>
                          <a:latin typeface="Franklin Gothic Book" panose="020B0503020102020204" pitchFamily="34" charset="0"/>
                          <a:ea typeface="+mn-ea"/>
                          <a:cs typeface="+mn-cs"/>
                        </a:rPr>
                        <a:t> (</a:t>
                      </a:r>
                      <a:r>
                        <a:rPr lang="de-DE" sz="900" b="1" kern="1200" noProof="0" dirty="0">
                          <a:solidFill>
                            <a:schemeClr val="bg1"/>
                          </a:solidFill>
                          <a:latin typeface="Franklin Gothic Book" panose="020B0503020102020204" pitchFamily="34" charset="0"/>
                          <a:ea typeface="+mn-ea"/>
                          <a:cs typeface="+mn-cs"/>
                        </a:rPr>
                        <a:t>Fließtext</a:t>
                      </a:r>
                      <a:r>
                        <a:rPr lang="de-DE" sz="1000" b="1" kern="1200" noProof="0" dirty="0">
                          <a:solidFill>
                            <a:schemeClr val="bg1"/>
                          </a:solidFill>
                          <a:latin typeface="Franklin Gothic Book" panose="020B0503020102020204" pitchFamily="34" charset="0"/>
                          <a:ea typeface="+mn-ea"/>
                          <a:cs typeface="+mn-cs"/>
                        </a:rPr>
                        <a:t>)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1316497">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i="0" dirty="0">
                        <a:solidFill>
                          <a:srgbClr val="661C31"/>
                        </a:solidFill>
                        <a:latin typeface="Franklin Gothic Book" panose="020B0503020102020204" pitchFamily="34" charset="0"/>
                      </a:endParaRPr>
                    </a:p>
                    <a:p>
                      <a:pPr marL="0" marR="0" lvl="0" indent="0" algn="l" defTabSz="1043073" rtl="0" eaLnBrk="1" fontAlgn="auto" latinLnBrk="0" hangingPunct="1">
                        <a:lnSpc>
                          <a:spcPct val="100000"/>
                        </a:lnSpc>
                        <a:spcBef>
                          <a:spcPts val="0"/>
                        </a:spcBef>
                        <a:spcAft>
                          <a:spcPts val="0"/>
                        </a:spcAft>
                        <a:buClrTx/>
                        <a:buSzTx/>
                        <a:buFontTx/>
                        <a:buNone/>
                        <a:tabLst/>
                        <a:defRPr/>
                      </a:pPr>
                      <a:r>
                        <a:rPr lang="de-DE" sz="800" i="0" dirty="0">
                          <a:solidFill>
                            <a:srgbClr val="661C31"/>
                          </a:solidFill>
                          <a:latin typeface="Franklin Gothic Book" panose="020B0503020102020204" pitchFamily="34" charset="0"/>
                        </a:rPr>
                        <a:t>Knuspermüsli – mit Süßungsmittel  97% (</a:t>
                      </a:r>
                      <a:r>
                        <a:rPr lang="de-DE" sz="800" i="0" dirty="0" err="1">
                          <a:solidFill>
                            <a:srgbClr val="661C31"/>
                          </a:solidFill>
                          <a:latin typeface="Franklin Gothic Book" panose="020B0503020102020204" pitchFamily="34" charset="0"/>
                        </a:rPr>
                        <a:t>HAFERvollkornflocken</a:t>
                      </a:r>
                      <a:r>
                        <a:rPr lang="de-DE" sz="800" i="0" dirty="0">
                          <a:solidFill>
                            <a:srgbClr val="661C31"/>
                          </a:solidFill>
                          <a:latin typeface="Franklin Gothic Book" panose="020B0503020102020204" pitchFamily="34" charset="0"/>
                        </a:rPr>
                        <a:t>, Vollkornweizen-</a:t>
                      </a:r>
                      <a:r>
                        <a:rPr lang="de-DE" sz="800" i="0" dirty="0" err="1">
                          <a:solidFill>
                            <a:srgbClr val="661C31"/>
                          </a:solidFill>
                          <a:latin typeface="Franklin Gothic Book" panose="020B0503020102020204" pitchFamily="34" charset="0"/>
                        </a:rPr>
                        <a:t>Extrudat</a:t>
                      </a:r>
                      <a:r>
                        <a:rPr lang="de-DE" sz="800" i="0" dirty="0">
                          <a:solidFill>
                            <a:srgbClr val="661C31"/>
                          </a:solidFill>
                          <a:latin typeface="Franklin Gothic Book" panose="020B0503020102020204" pitchFamily="34" charset="0"/>
                        </a:rPr>
                        <a:t> (</a:t>
                      </a:r>
                      <a:r>
                        <a:rPr lang="de-DE" sz="800" i="0" dirty="0" err="1">
                          <a:solidFill>
                            <a:srgbClr val="661C31"/>
                          </a:solidFill>
                          <a:latin typeface="Franklin Gothic Book" panose="020B0503020102020204" pitchFamily="34" charset="0"/>
                        </a:rPr>
                        <a:t>WEIZENvollkornmehl</a:t>
                      </a:r>
                      <a:r>
                        <a:rPr lang="de-DE" sz="800" i="0" dirty="0">
                          <a:solidFill>
                            <a:srgbClr val="661C31"/>
                          </a:solidFill>
                          <a:latin typeface="Franklin Gothic Book" panose="020B0503020102020204" pitchFamily="34" charset="0"/>
                        </a:rPr>
                        <a:t>), Haferkleie, Oligofruktose, Sonnenblumenöl (mit Antioxidationsmittel: stark Tocopherol-haltige Extrakte), Inulin, natürliches Aroma Typ Vanille, natürliches Aroma Typ Biskuit, Salz, Süßungsmittel: </a:t>
                      </a:r>
                      <a:r>
                        <a:rPr lang="de-DE" sz="800" i="0" dirty="0" err="1">
                          <a:solidFill>
                            <a:srgbClr val="661C31"/>
                          </a:solidFill>
                          <a:latin typeface="Franklin Gothic Book" panose="020B0503020102020204" pitchFamily="34" charset="0"/>
                        </a:rPr>
                        <a:t>Sucralose</a:t>
                      </a:r>
                      <a:r>
                        <a:rPr lang="de-DE" sz="800" i="0" dirty="0">
                          <a:solidFill>
                            <a:srgbClr val="661C31"/>
                          </a:solidFill>
                          <a:latin typeface="Franklin Gothic Book" panose="020B0503020102020204" pitchFamily="34" charset="0"/>
                        </a:rPr>
                        <a:t>), </a:t>
                      </a:r>
                      <a:r>
                        <a:rPr lang="de-DE" sz="800" i="0" kern="1200" noProof="0" dirty="0">
                          <a:solidFill>
                            <a:srgbClr val="661C31"/>
                          </a:solidFill>
                          <a:latin typeface="Franklin Gothic Book" panose="020B0503020102020204" pitchFamily="34" charset="0"/>
                          <a:ea typeface="+mn-ea"/>
                          <a:cs typeface="+mn-cs"/>
                        </a:rPr>
                        <a:t>gefriergetrocknete Erdbeerstücke 1,5%, </a:t>
                      </a:r>
                      <a:r>
                        <a:rPr lang="de-DE" sz="800" i="0" kern="1200" dirty="0">
                          <a:solidFill>
                            <a:srgbClr val="661C31"/>
                          </a:solidFill>
                          <a:latin typeface="Franklin Gothic Book" panose="020B0503020102020204" pitchFamily="34" charset="0"/>
                          <a:ea typeface="+mn-ea"/>
                          <a:cs typeface="+mn-cs"/>
                        </a:rPr>
                        <a:t>gefriergetrocknete Heidelbeeren 1,5%</a:t>
                      </a:r>
                      <a:endParaRPr lang="de-DE" sz="800" i="0" kern="1200" noProof="0" dirty="0">
                        <a:solidFill>
                          <a:srgbClr val="661C31"/>
                        </a:solidFill>
                        <a:latin typeface="Franklin Gothic Book" panose="020B0503020102020204" pitchFamily="34" charset="0"/>
                        <a:ea typeface="+mn-ea"/>
                        <a:cs typeface="+mn-cs"/>
                      </a:endParaRPr>
                    </a:p>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i="0" kern="1200" dirty="0">
                        <a:solidFill>
                          <a:srgbClr val="661C31"/>
                        </a:solidFill>
                        <a:latin typeface="Franklin Gothic Book" panose="020B0503020102020204" pitchFamily="34" charset="0"/>
                        <a:ea typeface="+mn-ea"/>
                        <a:cs typeface="+mn-cs"/>
                      </a:endParaRPr>
                    </a:p>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i="0" dirty="0">
                        <a:solidFill>
                          <a:srgbClr val="661C31"/>
                        </a:solidFill>
                        <a:latin typeface="Franklin Gothic Book" panose="020B0503020102020204" pitchFamily="34" charset="0"/>
                      </a:endParaRPr>
                    </a:p>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i="0" dirty="0">
                        <a:solidFill>
                          <a:srgbClr val="661C31"/>
                        </a:solidFill>
                        <a:latin typeface="Franklin Gothic Book" panose="020B0503020102020204" pitchFamily="34" charset="0"/>
                      </a:endParaRPr>
                    </a:p>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i="0" dirty="0">
                        <a:solidFill>
                          <a:srgbClr val="661C31"/>
                        </a:solidFill>
                        <a:latin typeface="Franklin Gothic Book" panose="020B0503020102020204" pitchFamily="34" charset="0"/>
                      </a:endParaRPr>
                    </a:p>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i="0" dirty="0">
                        <a:solidFill>
                          <a:srgbClr val="661C31"/>
                        </a:solidFill>
                        <a:latin typeface="Franklin Gothic Book" panose="020B0503020102020204" pitchFamily="34"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graphicFrame>
        <p:nvGraphicFramePr>
          <p:cNvPr id="6" name="Tabelle 5">
            <a:extLst>
              <a:ext uri="{FF2B5EF4-FFF2-40B4-BE49-F238E27FC236}">
                <a16:creationId xmlns:a16="http://schemas.microsoft.com/office/drawing/2014/main" id="{E5C40FDF-876F-5736-8FAC-D0C81F76B742}"/>
              </a:ext>
            </a:extLst>
          </p:cNvPr>
          <p:cNvGraphicFramePr>
            <a:graphicFrameLocks noGrp="1"/>
          </p:cNvGraphicFramePr>
          <p:nvPr>
            <p:extLst>
              <p:ext uri="{D42A27DB-BD31-4B8C-83A1-F6EECF244321}">
                <p14:modId xmlns:p14="http://schemas.microsoft.com/office/powerpoint/2010/main" val="1646625202"/>
              </p:ext>
            </p:extLst>
          </p:nvPr>
        </p:nvGraphicFramePr>
        <p:xfrm>
          <a:off x="6690672" y="3852639"/>
          <a:ext cx="3881403" cy="2065320"/>
        </p:xfrm>
        <a:graphic>
          <a:graphicData uri="http://schemas.openxmlformats.org/drawingml/2006/table">
            <a:tbl>
              <a:tblPr firstRow="1" bandRow="1"/>
              <a:tblGrid>
                <a:gridCol w="1267000">
                  <a:extLst>
                    <a:ext uri="{9D8B030D-6E8A-4147-A177-3AD203B41FA5}">
                      <a16:colId xmlns:a16="http://schemas.microsoft.com/office/drawing/2014/main" val="20000"/>
                    </a:ext>
                  </a:extLst>
                </a:gridCol>
                <a:gridCol w="843938">
                  <a:extLst>
                    <a:ext uri="{9D8B030D-6E8A-4147-A177-3AD203B41FA5}">
                      <a16:colId xmlns:a16="http://schemas.microsoft.com/office/drawing/2014/main" val="20001"/>
                    </a:ext>
                  </a:extLst>
                </a:gridCol>
                <a:gridCol w="1089520">
                  <a:extLst>
                    <a:ext uri="{9D8B030D-6E8A-4147-A177-3AD203B41FA5}">
                      <a16:colId xmlns:a16="http://schemas.microsoft.com/office/drawing/2014/main" val="20002"/>
                    </a:ext>
                  </a:extLst>
                </a:gridCol>
                <a:gridCol w="680945">
                  <a:extLst>
                    <a:ext uri="{9D8B030D-6E8A-4147-A177-3AD203B41FA5}">
                      <a16:colId xmlns:a16="http://schemas.microsoft.com/office/drawing/2014/main" val="20003"/>
                    </a:ext>
                  </a:extLst>
                </a:gridCol>
              </a:tblGrid>
              <a:tr h="360000">
                <a:tc>
                  <a:txBody>
                    <a:bodyPr/>
                    <a:lstStyle>
                      <a:lvl1pPr marL="0" algn="l" defTabSz="1043073" rtl="0" eaLnBrk="1" latinLnBrk="0" hangingPunct="1">
                        <a:defRPr sz="2100" b="1" kern="1200">
                          <a:solidFill>
                            <a:schemeClr val="lt1"/>
                          </a:solidFill>
                          <a:latin typeface="Calibri" panose="020F0502020204030204"/>
                        </a:defRPr>
                      </a:lvl1pPr>
                      <a:lvl2pPr marL="521536" algn="l" defTabSz="1043073" rtl="0" eaLnBrk="1" latinLnBrk="0" hangingPunct="1">
                        <a:defRPr sz="2100" b="1" kern="1200">
                          <a:solidFill>
                            <a:schemeClr val="lt1"/>
                          </a:solidFill>
                          <a:latin typeface="Calibri" panose="020F0502020204030204"/>
                        </a:defRPr>
                      </a:lvl2pPr>
                      <a:lvl3pPr marL="1043073" algn="l" defTabSz="1043073" rtl="0" eaLnBrk="1" latinLnBrk="0" hangingPunct="1">
                        <a:defRPr sz="2100" b="1" kern="1200">
                          <a:solidFill>
                            <a:schemeClr val="lt1"/>
                          </a:solidFill>
                          <a:latin typeface="Calibri" panose="020F0502020204030204"/>
                        </a:defRPr>
                      </a:lvl3pPr>
                      <a:lvl4pPr marL="1564609" algn="l" defTabSz="1043073" rtl="0" eaLnBrk="1" latinLnBrk="0" hangingPunct="1">
                        <a:defRPr sz="2100" b="1" kern="1200">
                          <a:solidFill>
                            <a:schemeClr val="lt1"/>
                          </a:solidFill>
                          <a:latin typeface="Calibri" panose="020F0502020204030204"/>
                        </a:defRPr>
                      </a:lvl4pPr>
                      <a:lvl5pPr marL="2086146" algn="l" defTabSz="1043073" rtl="0" eaLnBrk="1" latinLnBrk="0" hangingPunct="1">
                        <a:defRPr sz="2100" b="1" kern="1200">
                          <a:solidFill>
                            <a:schemeClr val="lt1"/>
                          </a:solidFill>
                          <a:latin typeface="Calibri" panose="020F0502020204030204"/>
                        </a:defRPr>
                      </a:lvl5pPr>
                      <a:lvl6pPr marL="2607682" algn="l" defTabSz="1043073" rtl="0" eaLnBrk="1" latinLnBrk="0" hangingPunct="1">
                        <a:defRPr sz="2100" b="1" kern="1200">
                          <a:solidFill>
                            <a:schemeClr val="lt1"/>
                          </a:solidFill>
                          <a:latin typeface="Calibri" panose="020F0502020204030204"/>
                        </a:defRPr>
                      </a:lvl6pPr>
                      <a:lvl7pPr marL="3129219" algn="l" defTabSz="1043073" rtl="0" eaLnBrk="1" latinLnBrk="0" hangingPunct="1">
                        <a:defRPr sz="2100" b="1" kern="1200">
                          <a:solidFill>
                            <a:schemeClr val="lt1"/>
                          </a:solidFill>
                          <a:latin typeface="Calibri" panose="020F0502020204030204"/>
                        </a:defRPr>
                      </a:lvl7pPr>
                      <a:lvl8pPr marL="3650755" algn="l" defTabSz="1043073" rtl="0" eaLnBrk="1" latinLnBrk="0" hangingPunct="1">
                        <a:defRPr sz="2100" b="1" kern="1200">
                          <a:solidFill>
                            <a:schemeClr val="lt1"/>
                          </a:solidFill>
                          <a:latin typeface="Calibri" panose="020F0502020204030204"/>
                        </a:defRPr>
                      </a:lvl8pPr>
                      <a:lvl9pPr marL="4172292" algn="l" defTabSz="1043073" rtl="0" eaLnBrk="1" latinLnBrk="0" hangingPunct="1">
                        <a:defRPr sz="2100" b="1" kern="1200">
                          <a:solidFill>
                            <a:schemeClr val="lt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chemeClr val="bg1"/>
                          </a:solidFill>
                          <a:latin typeface="Franklin Gothic Book" panose="020B0503020102020204" pitchFamily="34" charset="0"/>
                          <a:ea typeface="+mn-ea"/>
                          <a:cs typeface="+mn-cs"/>
                        </a:rPr>
                        <a:t>Nährwertangaben</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tc>
                  <a:txBody>
                    <a:bodyPr/>
                    <a:lstStyle>
                      <a:lvl1pPr marL="0" algn="l" defTabSz="1043073" rtl="0" eaLnBrk="1" latinLnBrk="0" hangingPunct="1">
                        <a:defRPr sz="2100" b="1" kern="1200">
                          <a:solidFill>
                            <a:schemeClr val="lt1"/>
                          </a:solidFill>
                          <a:latin typeface="Calibri" panose="020F0502020204030204"/>
                        </a:defRPr>
                      </a:lvl1pPr>
                      <a:lvl2pPr marL="521536" algn="l" defTabSz="1043073" rtl="0" eaLnBrk="1" latinLnBrk="0" hangingPunct="1">
                        <a:defRPr sz="2100" b="1" kern="1200">
                          <a:solidFill>
                            <a:schemeClr val="lt1"/>
                          </a:solidFill>
                          <a:latin typeface="Calibri" panose="020F0502020204030204"/>
                        </a:defRPr>
                      </a:lvl2pPr>
                      <a:lvl3pPr marL="1043073" algn="l" defTabSz="1043073" rtl="0" eaLnBrk="1" latinLnBrk="0" hangingPunct="1">
                        <a:defRPr sz="2100" b="1" kern="1200">
                          <a:solidFill>
                            <a:schemeClr val="lt1"/>
                          </a:solidFill>
                          <a:latin typeface="Calibri" panose="020F0502020204030204"/>
                        </a:defRPr>
                      </a:lvl3pPr>
                      <a:lvl4pPr marL="1564609" algn="l" defTabSz="1043073" rtl="0" eaLnBrk="1" latinLnBrk="0" hangingPunct="1">
                        <a:defRPr sz="2100" b="1" kern="1200">
                          <a:solidFill>
                            <a:schemeClr val="lt1"/>
                          </a:solidFill>
                          <a:latin typeface="Calibri" panose="020F0502020204030204"/>
                        </a:defRPr>
                      </a:lvl4pPr>
                      <a:lvl5pPr marL="2086146" algn="l" defTabSz="1043073" rtl="0" eaLnBrk="1" latinLnBrk="0" hangingPunct="1">
                        <a:defRPr sz="2100" b="1" kern="1200">
                          <a:solidFill>
                            <a:schemeClr val="lt1"/>
                          </a:solidFill>
                          <a:latin typeface="Calibri" panose="020F0502020204030204"/>
                        </a:defRPr>
                      </a:lvl5pPr>
                      <a:lvl6pPr marL="2607682" algn="l" defTabSz="1043073" rtl="0" eaLnBrk="1" latinLnBrk="0" hangingPunct="1">
                        <a:defRPr sz="2100" b="1" kern="1200">
                          <a:solidFill>
                            <a:schemeClr val="lt1"/>
                          </a:solidFill>
                          <a:latin typeface="Calibri" panose="020F0502020204030204"/>
                        </a:defRPr>
                      </a:lvl6pPr>
                      <a:lvl7pPr marL="3129219" algn="l" defTabSz="1043073" rtl="0" eaLnBrk="1" latinLnBrk="0" hangingPunct="1">
                        <a:defRPr sz="2100" b="1" kern="1200">
                          <a:solidFill>
                            <a:schemeClr val="lt1"/>
                          </a:solidFill>
                          <a:latin typeface="Calibri" panose="020F0502020204030204"/>
                        </a:defRPr>
                      </a:lvl7pPr>
                      <a:lvl8pPr marL="3650755" algn="l" defTabSz="1043073" rtl="0" eaLnBrk="1" latinLnBrk="0" hangingPunct="1">
                        <a:defRPr sz="2100" b="1" kern="1200">
                          <a:solidFill>
                            <a:schemeClr val="lt1"/>
                          </a:solidFill>
                          <a:latin typeface="Calibri" panose="020F0502020204030204"/>
                        </a:defRPr>
                      </a:lvl8pPr>
                      <a:lvl9pPr marL="4172292" algn="l" defTabSz="1043073" rtl="0" eaLnBrk="1" latinLnBrk="0" hangingPunct="1">
                        <a:defRPr sz="2100" b="1" kern="1200">
                          <a:solidFill>
                            <a:schemeClr val="lt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en-US" sz="800" kern="1200" dirty="0">
                          <a:solidFill>
                            <a:schemeClr val="bg1"/>
                          </a:solidFill>
                          <a:latin typeface="Franklin Gothic Book" panose="020B0503020102020204" pitchFamily="34" charset="0"/>
                          <a:ea typeface="+mn-ea"/>
                          <a:cs typeface="+mn-cs"/>
                        </a:rPr>
                        <a:t>Pro 100g</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661C31"/>
                    </a:solidFill>
                  </a:tcPr>
                </a:tc>
                <a:tc>
                  <a:txBody>
                    <a:bodyPr/>
                    <a:lstStyle>
                      <a:lvl1pPr marL="0" algn="l" defTabSz="1043073" rtl="0" eaLnBrk="1" latinLnBrk="0" hangingPunct="1">
                        <a:defRPr sz="2100" b="1" kern="1200">
                          <a:solidFill>
                            <a:schemeClr val="lt1"/>
                          </a:solidFill>
                          <a:latin typeface="Calibri" panose="020F0502020204030204"/>
                        </a:defRPr>
                      </a:lvl1pPr>
                      <a:lvl2pPr marL="521536" algn="l" defTabSz="1043073" rtl="0" eaLnBrk="1" latinLnBrk="0" hangingPunct="1">
                        <a:defRPr sz="2100" b="1" kern="1200">
                          <a:solidFill>
                            <a:schemeClr val="lt1"/>
                          </a:solidFill>
                          <a:latin typeface="Calibri" panose="020F0502020204030204"/>
                        </a:defRPr>
                      </a:lvl2pPr>
                      <a:lvl3pPr marL="1043073" algn="l" defTabSz="1043073" rtl="0" eaLnBrk="1" latinLnBrk="0" hangingPunct="1">
                        <a:defRPr sz="2100" b="1" kern="1200">
                          <a:solidFill>
                            <a:schemeClr val="lt1"/>
                          </a:solidFill>
                          <a:latin typeface="Calibri" panose="020F0502020204030204"/>
                        </a:defRPr>
                      </a:lvl3pPr>
                      <a:lvl4pPr marL="1564609" algn="l" defTabSz="1043073" rtl="0" eaLnBrk="1" latinLnBrk="0" hangingPunct="1">
                        <a:defRPr sz="2100" b="1" kern="1200">
                          <a:solidFill>
                            <a:schemeClr val="lt1"/>
                          </a:solidFill>
                          <a:latin typeface="Calibri" panose="020F0502020204030204"/>
                        </a:defRPr>
                      </a:lvl4pPr>
                      <a:lvl5pPr marL="2086146" algn="l" defTabSz="1043073" rtl="0" eaLnBrk="1" latinLnBrk="0" hangingPunct="1">
                        <a:defRPr sz="2100" b="1" kern="1200">
                          <a:solidFill>
                            <a:schemeClr val="lt1"/>
                          </a:solidFill>
                          <a:latin typeface="Calibri" panose="020F0502020204030204"/>
                        </a:defRPr>
                      </a:lvl5pPr>
                      <a:lvl6pPr marL="2607682" algn="l" defTabSz="1043073" rtl="0" eaLnBrk="1" latinLnBrk="0" hangingPunct="1">
                        <a:defRPr sz="2100" b="1" kern="1200">
                          <a:solidFill>
                            <a:schemeClr val="lt1"/>
                          </a:solidFill>
                          <a:latin typeface="Calibri" panose="020F0502020204030204"/>
                        </a:defRPr>
                      </a:lvl6pPr>
                      <a:lvl7pPr marL="3129219" algn="l" defTabSz="1043073" rtl="0" eaLnBrk="1" latinLnBrk="0" hangingPunct="1">
                        <a:defRPr sz="2100" b="1" kern="1200">
                          <a:solidFill>
                            <a:schemeClr val="lt1"/>
                          </a:solidFill>
                          <a:latin typeface="Calibri" panose="020F0502020204030204"/>
                        </a:defRPr>
                      </a:lvl7pPr>
                      <a:lvl8pPr marL="3650755" algn="l" defTabSz="1043073" rtl="0" eaLnBrk="1" latinLnBrk="0" hangingPunct="1">
                        <a:defRPr sz="2100" b="1" kern="1200">
                          <a:solidFill>
                            <a:schemeClr val="lt1"/>
                          </a:solidFill>
                          <a:latin typeface="Calibri" panose="020F0502020204030204"/>
                        </a:defRPr>
                      </a:lvl8pPr>
                      <a:lvl9pPr marL="4172292" algn="l" defTabSz="1043073" rtl="0" eaLnBrk="1" latinLnBrk="0" hangingPunct="1">
                        <a:defRPr sz="2100" b="1" kern="1200">
                          <a:solidFill>
                            <a:schemeClr val="lt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700" kern="1200" dirty="0">
                          <a:solidFill>
                            <a:schemeClr val="bg1"/>
                          </a:solidFill>
                          <a:latin typeface="Franklin Gothic Book" panose="020B0503020102020204" pitchFamily="34" charset="0"/>
                          <a:ea typeface="+mn-ea"/>
                          <a:cs typeface="+mn-cs"/>
                        </a:rPr>
                        <a:t>Pro Portion (60g)</a:t>
                      </a:r>
                    </a:p>
                    <a:p>
                      <a:pPr marL="0" marR="0" lvl="0" indent="0" algn="ctr" defTabSz="1043073" rtl="0" eaLnBrk="1" fontAlgn="auto" latinLnBrk="0" hangingPunct="1">
                        <a:lnSpc>
                          <a:spcPct val="100000"/>
                        </a:lnSpc>
                        <a:spcBef>
                          <a:spcPts val="0"/>
                        </a:spcBef>
                        <a:spcAft>
                          <a:spcPts val="0"/>
                        </a:spcAft>
                        <a:buClrTx/>
                        <a:buSzTx/>
                        <a:buFontTx/>
                        <a:buNone/>
                        <a:tabLst/>
                        <a:defRPr/>
                      </a:pPr>
                      <a:r>
                        <a:rPr lang="de-DE" sz="700" kern="1200" dirty="0">
                          <a:solidFill>
                            <a:schemeClr val="bg1"/>
                          </a:solidFill>
                          <a:latin typeface="Franklin Gothic Book" panose="020B0503020102020204" pitchFamily="34" charset="0"/>
                          <a:ea typeface="+mn-ea"/>
                          <a:cs typeface="+mn-cs"/>
                        </a:rPr>
                        <a:t>+ 125 ml fettarme Milch</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tc>
                  <a:txBody>
                    <a:body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chemeClr val="bg1"/>
                          </a:solidFill>
                          <a:latin typeface="Franklin Gothic Book" panose="020B0503020102020204" pitchFamily="34" charset="0"/>
                          <a:ea typeface="+mn-ea"/>
                          <a:cs typeface="+mn-cs"/>
                        </a:rPr>
                        <a:t>% RI</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324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kJ</a:t>
                      </a:r>
                    </a:p>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Kalorien</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1644</a:t>
                      </a:r>
                    </a:p>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394</a:t>
                      </a:r>
                    </a:p>
                  </a:txBody>
                  <a:tcPr marL="68580" marR="68580" marT="0" marB="0" anchor="ctr" anchorCtr="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1235</a:t>
                      </a:r>
                    </a:p>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295</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14,7</a:t>
                      </a:r>
                    </a:p>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14,7</a:t>
                      </a:r>
                    </a:p>
                  </a:txBody>
                  <a:tcPr marL="68580" marR="68580" marT="0" marB="0" anchor="ctr" anchorCtr="1">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1"/>
                  </a:ext>
                </a:extLst>
              </a:tr>
              <a:tr h="324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Fett (g)</a:t>
                      </a:r>
                    </a:p>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davon gesättigte FS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12,7</a:t>
                      </a:r>
                    </a:p>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1,8</a:t>
                      </a:r>
                    </a:p>
                  </a:txBody>
                  <a:tcPr marL="68580" marR="68580" marT="0" marB="0" anchor="ctr" anchorCtr="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9,6</a:t>
                      </a:r>
                    </a:p>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2,2</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13,7</a:t>
                      </a:r>
                    </a:p>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11,1</a:t>
                      </a:r>
                    </a:p>
                  </a:txBody>
                  <a:tcPr marL="68580" marR="68580" marT="0" marB="0" anchor="ctr" anchorCtr="1">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2"/>
                  </a:ext>
                </a:extLst>
              </a:tr>
              <a:tr h="324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KH (g)</a:t>
                      </a:r>
                    </a:p>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davon Zucker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9D9D9"/>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46,2</a:t>
                      </a:r>
                    </a:p>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3,7</a:t>
                      </a:r>
                    </a:p>
                  </a:txBody>
                  <a:tcPr marL="68580" marR="68580" marT="0" marB="0" anchor="ctr" anchorCtr="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33,7</a:t>
                      </a:r>
                    </a:p>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8,2</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13,0</a:t>
                      </a:r>
                    </a:p>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9,1</a:t>
                      </a:r>
                    </a:p>
                  </a:txBody>
                  <a:tcPr marL="68580" marR="68580" marT="0" marB="0" anchor="ctr" anchorCtr="1">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3"/>
                  </a:ext>
                </a:extLst>
              </a:tr>
              <a:tr h="216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Ballaststoffe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24,6</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14,7</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p>
                      <a:pPr marL="0" marR="0" lvl="0" indent="0" algn="ctr" defTabSz="1043073" rtl="0" eaLnBrk="1" fontAlgn="auto" latinLnBrk="0" hangingPunct="1">
                        <a:lnSpc>
                          <a:spcPct val="100000"/>
                        </a:lnSpc>
                        <a:spcBef>
                          <a:spcPts val="0"/>
                        </a:spcBef>
                        <a:spcAft>
                          <a:spcPts val="0"/>
                        </a:spcAft>
                        <a:buClrTx/>
                        <a:buSzTx/>
                        <a:buFontTx/>
                        <a:buNone/>
                        <a:tabLst/>
                        <a:defRPr/>
                      </a:pPr>
                      <a:endParaRPr lang="de-DE" sz="800" kern="1200" dirty="0">
                        <a:solidFill>
                          <a:srgbClr val="661C31"/>
                        </a:solidFill>
                        <a:latin typeface="Franklin Gothic Book" panose="020B0503020102020204" pitchFamily="34" charset="0"/>
                        <a:ea typeface="+mn-ea"/>
                        <a:cs typeface="+mn-cs"/>
                      </a:endParaRPr>
                    </a:p>
                  </a:txBody>
                  <a:tcPr marL="68580" marR="68580" marT="0" marB="0" anchor="ctr" anchorCtr="1">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4"/>
                  </a:ext>
                </a:extLst>
              </a:tr>
              <a:tr h="216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Eiweiß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9D9D9"/>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11,3</a:t>
                      </a:r>
                    </a:p>
                  </a:txBody>
                  <a:tcPr marL="68580" marR="68580" marT="0" marB="0" anchor="ctr" anchorCtr="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9D9D9"/>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11,0</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9D9D9"/>
                    </a:solidFill>
                  </a:tcPr>
                </a:tc>
                <a:tc>
                  <a:txBody>
                    <a:body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21,9</a:t>
                      </a:r>
                    </a:p>
                  </a:txBody>
                  <a:tcPr marL="68580" marR="68580" marT="0" marB="0" anchor="ctr" anchorCtr="1">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5"/>
                  </a:ext>
                </a:extLst>
              </a:tr>
              <a:tr h="216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Salz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0,08</a:t>
                      </a: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0,2</a:t>
                      </a:r>
                    </a:p>
                  </a:txBody>
                  <a:tcPr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3,3</a:t>
                      </a:r>
                    </a:p>
                  </a:txBody>
                  <a:tcPr anchor="ctr" anchorCtr="1">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6"/>
                  </a:ext>
                </a:extLst>
              </a:tr>
            </a:tbl>
          </a:graphicData>
        </a:graphic>
      </p:graphicFrame>
      <p:pic>
        <p:nvPicPr>
          <p:cNvPr id="12" name="Grafik 11" descr="Ein Bild, das Mischung, Snack, Essen enthält.&#10;&#10;KI-generierte Inhalte können fehlerhaft sein.">
            <a:extLst>
              <a:ext uri="{FF2B5EF4-FFF2-40B4-BE49-F238E27FC236}">
                <a16:creationId xmlns:a16="http://schemas.microsoft.com/office/drawing/2014/main" id="{1157F374-E2FD-2B9A-9389-0C069A6D69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7378" y="724997"/>
            <a:ext cx="4218407" cy="3163805"/>
          </a:xfrm>
          <a:prstGeom prst="rect">
            <a:avLst/>
          </a:prstGeom>
          <a:ln>
            <a:noFill/>
          </a:ln>
          <a:effectLst>
            <a:softEdge rad="112500"/>
          </a:effectLst>
        </p:spPr>
      </p:pic>
      <p:pic>
        <p:nvPicPr>
          <p:cNvPr id="11" name="Grafik 10" descr="Ein Bild, das Text, Schrift, Logo, Symbol enthält.&#10;&#10;KI-generierte Inhalte können fehlerhaft sein.">
            <a:extLst>
              <a:ext uri="{FF2B5EF4-FFF2-40B4-BE49-F238E27FC236}">
                <a16:creationId xmlns:a16="http://schemas.microsoft.com/office/drawing/2014/main" id="{5A552439-09FF-BDE5-E535-FB7DEAE021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88138" y="3313204"/>
            <a:ext cx="979146" cy="481132"/>
          </a:xfrm>
          <a:prstGeom prst="rect">
            <a:avLst/>
          </a:prstGeom>
        </p:spPr>
      </p:pic>
    </p:spTree>
  </p:cSld>
  <p:clrMapOvr>
    <a:masterClrMapping/>
  </p:clrMapOvr>
</p:sld>
</file>

<file path=ppt/theme/theme1.xml><?xml version="1.0" encoding="utf-8"?>
<a:theme xmlns:a="http://schemas.openxmlformats.org/drawingml/2006/main" name="Brüggen">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sz="18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1800" dirty="0" smtClean="0"/>
        </a:defPPr>
      </a:lstStyle>
    </a:txDef>
  </a:objectDefaults>
  <a:extraClrSchemeLst/>
  <a:extLst>
    <a:ext uri="{05A4C25C-085E-4340-85A3-A5531E510DB2}">
      <thm15:themeFamily xmlns:thm15="http://schemas.microsoft.com/office/thememl/2012/main" name="Präsentation1" id="{6A9D7987-835E-4584-B2C1-723FD82111F0}" vid="{142AE5CB-4B94-4A1C-A5DF-EDC9BAC7385D}"/>
    </a:ext>
  </a:extLst>
</a:theme>
</file>

<file path=ppt/theme/theme2.xml><?xml version="1.0" encoding="utf-8"?>
<a:theme xmlns:a="http://schemas.openxmlformats.org/drawingml/2006/main" name="1_Brüggen">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sz="18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1800" dirty="0" smtClean="0"/>
        </a:defPPr>
      </a:lstStyle>
    </a:txDef>
  </a:objectDefaults>
  <a:extraClrSchemeLst/>
  <a:extLst>
    <a:ext uri="{05A4C25C-085E-4340-85A3-A5531E510DB2}">
      <thm15:themeFamily xmlns:thm15="http://schemas.microsoft.com/office/thememl/2012/main" name="Präsentation1" id="{6A9D7987-835E-4584-B2C1-723FD82111F0}" vid="{142AE5CB-4B94-4A1C-A5DF-EDC9BAC7385D}"/>
    </a:ext>
  </a:extLst>
</a:theme>
</file>

<file path=ppt/theme/theme3.xml><?xml version="1.0" encoding="utf-8"?>
<a:theme xmlns:a="http://schemas.openxmlformats.org/drawingml/2006/main" name="Larissa">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a8b93ac7-3440-4a5d-bfba-14b9df8d60ab" xsi:nil="true"/>
    <lcf76f155ced4ddcb4097134ff3c332f xmlns="a8b93ac7-3440-4a5d-bfba-14b9df8d60ab">
      <Terms xmlns="http://schemas.microsoft.com/office/infopath/2007/PartnerControls"/>
    </lcf76f155ced4ddcb4097134ff3c332f>
    <TaxCatchAll xmlns="a1898e6c-7304-4b58-94ac-ae166c4266fd" xsi:nil="true"/>
    <Myname xmlns="a8b93ac7-3440-4a5d-bfba-14b9df8d60a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DA9A7D7B01688C40B96393EDFA5A917A" ma:contentTypeVersion="20" ma:contentTypeDescription="Ein neues Dokument erstellen." ma:contentTypeScope="" ma:versionID="da0acde49bc5ccc598171ffae9ad52d5">
  <xsd:schema xmlns:xsd="http://www.w3.org/2001/XMLSchema" xmlns:xs="http://www.w3.org/2001/XMLSchema" xmlns:p="http://schemas.microsoft.com/office/2006/metadata/properties" xmlns:ns2="a8b93ac7-3440-4a5d-bfba-14b9df8d60ab" xmlns:ns3="217ef9f1-9118-4ece-8043-580f6c18e255" xmlns:ns4="a1898e6c-7304-4b58-94ac-ae166c4266fd" targetNamespace="http://schemas.microsoft.com/office/2006/metadata/properties" ma:root="true" ma:fieldsID="cefb482ef2422f9faf783e8fbb32b014" ns2:_="" ns3:_="" ns4:_="">
    <xsd:import namespace="a8b93ac7-3440-4a5d-bfba-14b9df8d60ab"/>
    <xsd:import namespace="217ef9f1-9118-4ece-8043-580f6c18e255"/>
    <xsd:import namespace="a1898e6c-7304-4b58-94ac-ae166c4266f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2:MediaServiceLocation" minOccurs="0"/>
                <xsd:element ref="ns2:MediaServiceObjectDetectorVersions" minOccurs="0"/>
                <xsd:element ref="ns2:Myname" minOccurs="0"/>
                <xsd:element ref="ns2:_Flow_Signoff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b93ac7-3440-4a5d-bfba-14b9df8d60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Bildmarkierungen" ma:readOnly="false" ma:fieldId="{5cf76f15-5ced-4ddc-b409-7134ff3c332f}" ma:taxonomyMulti="true" ma:sspId="4746b5bc-1c2c-4445-b1e2-8bd04f42eab2"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description="" ma:indexed="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yname" ma:index="25" nillable="true" ma:displayName="My name" ma:format="Dropdown" ma:internalName="Myname">
      <xsd:simpleType>
        <xsd:restriction base="dms:Text">
          <xsd:maxLength value="255"/>
        </xsd:restriction>
      </xsd:simpleType>
    </xsd:element>
    <xsd:element name="_Flow_SignoffStatus" ma:index="26" nillable="true" ma:displayName="Status Unterschrift" ma:internalName="Status_x0020_Unterschrift">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17ef9f1-9118-4ece-8043-580f6c18e255" elementFormDefault="qualified">
    <xsd:import namespace="http://schemas.microsoft.com/office/2006/documentManagement/types"/>
    <xsd:import namespace="http://schemas.microsoft.com/office/infopath/2007/PartnerControls"/>
    <xsd:element name="SharedWithUsers" ma:index="1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Freigegeben für -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1898e6c-7304-4b58-94ac-ae166c4266f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fe6e0a2-c1af-454e-a870-69ae260a8c0c}" ma:internalName="TaxCatchAll" ma:showField="CatchAllData" ma:web="217ef9f1-9118-4ece-8043-580f6c18e25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BC0896-1C52-49BD-B6A6-7C01BAFD5771}">
  <ds:schemaRefs>
    <ds:schemaRef ds:uri="http://schemas.microsoft.com/office/2006/documentManagement/types"/>
    <ds:schemaRef ds:uri="217ef9f1-9118-4ece-8043-580f6c18e255"/>
    <ds:schemaRef ds:uri="a1898e6c-7304-4b58-94ac-ae166c4266fd"/>
    <ds:schemaRef ds:uri="http://schemas.microsoft.com/office/infopath/2007/PartnerControls"/>
    <ds:schemaRef ds:uri="http://purl.org/dc/terms/"/>
    <ds:schemaRef ds:uri="http://schemas.openxmlformats.org/package/2006/metadata/core-properties"/>
    <ds:schemaRef ds:uri="http://purl.org/dc/elements/1.1/"/>
    <ds:schemaRef ds:uri="http://schemas.microsoft.com/office/2006/metadata/properties"/>
    <ds:schemaRef ds:uri="a8b93ac7-3440-4a5d-bfba-14b9df8d60ab"/>
    <ds:schemaRef ds:uri="http://www.w3.org/XML/1998/namespace"/>
    <ds:schemaRef ds:uri="http://purl.org/dc/dcmitype/"/>
  </ds:schemaRefs>
</ds:datastoreItem>
</file>

<file path=customXml/itemProps2.xml><?xml version="1.0" encoding="utf-8"?>
<ds:datastoreItem xmlns:ds="http://schemas.openxmlformats.org/officeDocument/2006/customXml" ds:itemID="{F38FFA9E-B348-4605-A4D6-9032E455CFF8}">
  <ds:schemaRefs>
    <ds:schemaRef ds:uri="http://schemas.microsoft.com/sharepoint/v3/contenttype/forms"/>
  </ds:schemaRefs>
</ds:datastoreItem>
</file>

<file path=customXml/itemProps3.xml><?xml version="1.0" encoding="utf-8"?>
<ds:datastoreItem xmlns:ds="http://schemas.openxmlformats.org/officeDocument/2006/customXml" ds:itemID="{DC09CB2C-5907-4338-ADB7-35DA03BB61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b93ac7-3440-4a5d-bfba-14b9df8d60ab"/>
    <ds:schemaRef ds:uri="217ef9f1-9118-4ece-8043-580f6c18e255"/>
    <ds:schemaRef ds:uri="a1898e6c-7304-4b58-94ac-ae166c4266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Brueggen_Master_2015</Template>
  <TotalTime>0</TotalTime>
  <Words>258</Words>
  <Application>Microsoft Office PowerPoint</Application>
  <PresentationFormat>Benutzerdefiniert</PresentationFormat>
  <Paragraphs>66</Paragraphs>
  <Slides>1</Slides>
  <Notes>1</Notes>
  <HiddenSlides>0</HiddenSlides>
  <MMClips>0</MMClips>
  <ScaleCrop>false</ScaleCrop>
  <HeadingPairs>
    <vt:vector size="6" baseType="variant">
      <vt:variant>
        <vt:lpstr>Verwendete Schriftarten</vt:lpstr>
      </vt:variant>
      <vt:variant>
        <vt:i4>6</vt:i4>
      </vt:variant>
      <vt:variant>
        <vt:lpstr>Design</vt:lpstr>
      </vt:variant>
      <vt:variant>
        <vt:i4>2</vt:i4>
      </vt:variant>
      <vt:variant>
        <vt:lpstr>Folientitel</vt:lpstr>
      </vt:variant>
      <vt:variant>
        <vt:i4>1</vt:i4>
      </vt:variant>
    </vt:vector>
  </HeadingPairs>
  <TitlesOfParts>
    <vt:vector size="9" baseType="lpstr">
      <vt:lpstr>Arial</vt:lpstr>
      <vt:lpstr>DINOT</vt:lpstr>
      <vt:lpstr>DINOT-Bold</vt:lpstr>
      <vt:lpstr>Franklin Gothic Book</vt:lpstr>
      <vt:lpstr>Franklin Gothic Demi</vt:lpstr>
      <vt:lpstr>Wingdings 3</vt:lpstr>
      <vt:lpstr>Brüggen</vt:lpstr>
      <vt:lpstr>1_Brüggen</vt:lpstr>
      <vt:lpstr>Knuspermüsli mit beeren – mit Süßungsmittel ref.: 000004011229</vt:lpstr>
    </vt:vector>
  </TitlesOfParts>
  <Company>Brueggen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Bsp. Überschrift DIN OT BOLD, 55 PT</dc:title>
  <dc:creator>Britta Scholt</dc:creator>
  <cp:lastModifiedBy>Alexandra Kuschel</cp:lastModifiedBy>
  <cp:revision>258</cp:revision>
  <cp:lastPrinted>2020-09-28T12:29:24Z</cp:lastPrinted>
  <dcterms:created xsi:type="dcterms:W3CDTF">2018-07-17T12:32:27Z</dcterms:created>
  <dcterms:modified xsi:type="dcterms:W3CDTF">2025-07-14T09:02:58Z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0x010100DA9A7D7B01688C40B96393EDFA5A917A</vt:lpwstr>
  </property>
  <property fmtid="{D5CDD505-2E9C-101B-9397-08002B2CF9AE}" pid="3" name="Order">
    <vt:r8>281000</vt:r8>
  </property>
  <property fmtid="{D5CDD505-2E9C-101B-9397-08002B2CF9AE}" pid="4" name="MediaServiceImageTags">
    <vt:lpwstr/>
  </property>
</Properties>
</file>