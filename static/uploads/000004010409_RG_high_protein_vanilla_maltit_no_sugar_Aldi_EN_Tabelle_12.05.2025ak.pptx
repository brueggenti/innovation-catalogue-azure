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22" r:id="rId5"/>
  </p:sldMasterIdLst>
  <p:notesMasterIdLst>
    <p:notesMasterId r:id="rId7"/>
  </p:notesMasterIdLst>
  <p:handoutMasterIdLst>
    <p:handoutMasterId r:id="rId8"/>
  </p:handoutMasterIdLst>
  <p:sldIdLst>
    <p:sldId id="377" r:id="rId6"/>
  </p:sldIdLst>
  <p:sldSz cx="10799763" cy="7561263"/>
  <p:notesSz cx="6797675" cy="9926638"/>
  <p:defaultTextStyle>
    <a:defPPr>
      <a:defRPr lang="de-DE"/>
    </a:defPPr>
    <a:lvl1pPr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1pPr>
    <a:lvl2pPr marL="520700" indent="-63500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2pPr>
    <a:lvl3pPr marL="1042988" indent="-1285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3pPr>
    <a:lvl4pPr marL="1563688" indent="-1920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4pPr>
    <a:lvl5pPr marL="2085975" indent="-257175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9D9D9"/>
    <a:srgbClr val="F2F2F2"/>
    <a:srgbClr val="661C31"/>
    <a:srgbClr val="E2BC54"/>
    <a:srgbClr val="004689"/>
    <a:srgbClr val="31679B"/>
    <a:srgbClr val="080808"/>
    <a:srgbClr val="000000"/>
    <a:srgbClr val="005AB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27BF7-98C9-478C-87D1-2E5537B182A1}" v="14" dt="2025-05-12T06:12:33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5" autoAdjust="0"/>
    <p:restoredTop sz="96433" autoAdjust="0"/>
  </p:normalViewPr>
  <p:slideViewPr>
    <p:cSldViewPr>
      <p:cViewPr varScale="1">
        <p:scale>
          <a:sx n="132" d="100"/>
          <a:sy n="132" d="100"/>
        </p:scale>
        <p:origin x="1832" y="3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a Kuschel" userId="5f444215-7af5-416b-83ce-733a4b3623a5" providerId="ADAL" clId="{B7727BF7-98C9-478C-87D1-2E5537B182A1}"/>
    <pc:docChg chg="modSld">
      <pc:chgData name="Alexandra Kuschel" userId="5f444215-7af5-416b-83ce-733a4b3623a5" providerId="ADAL" clId="{B7727BF7-98C9-478C-87D1-2E5537B182A1}" dt="2025-05-12T06:12:33.766" v="13"/>
      <pc:docMkLst>
        <pc:docMk/>
      </pc:docMkLst>
      <pc:sldChg chg="modSp">
        <pc:chgData name="Alexandra Kuschel" userId="5f444215-7af5-416b-83ce-733a4b3623a5" providerId="ADAL" clId="{B7727BF7-98C9-478C-87D1-2E5537B182A1}" dt="2025-05-12T06:12:33.766" v="13"/>
        <pc:sldMkLst>
          <pc:docMk/>
          <pc:sldMk cId="1299991375" sldId="377"/>
        </pc:sldMkLst>
        <pc:picChg chg="mod">
          <ac:chgData name="Alexandra Kuschel" userId="5f444215-7af5-416b-83ce-733a4b3623a5" providerId="ADAL" clId="{B7727BF7-98C9-478C-87D1-2E5537B182A1}" dt="2025-05-12T06:12:33.766" v="13"/>
          <ac:picMkLst>
            <pc:docMk/>
            <pc:sldMk cId="1299991375" sldId="377"/>
            <ac:picMk id="5" creationId="{D02F702A-3C89-1AFE-CCA2-564D304F3ED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C26C81-E798-4A63-9A9C-957060DF48C8}" type="datetimeFigureOut">
              <a:rPr lang="de-DE" altLang="de-DE"/>
              <a:pPr/>
              <a:t>12.05.2025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9B317F6-27DD-46EE-BA9D-493BFC491B2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1547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0E060D-405C-4C89-A8D3-1D82FB89215F}" type="datetimeFigureOut">
              <a:rPr lang="de-DE" altLang="de-DE"/>
              <a:pPr/>
              <a:t>12.05.2025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41363" y="744538"/>
            <a:ext cx="53149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E4295A-0246-442F-909E-C3AD8774AB0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922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1pPr>
    <a:lvl2pPr marL="520700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2pPr>
    <a:lvl3pPr marL="10429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3pPr>
    <a:lvl4pPr marL="15636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4pPr>
    <a:lvl5pPr marL="2085975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41363" y="744538"/>
            <a:ext cx="531495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E4295A-0246-442F-909E-C3AD8774AB01}" type="slidenum">
              <a:rPr kumimoji="0" lang="de-DE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4689"/>
                </a:solidFill>
                <a:effectLst/>
                <a:uLnTx/>
                <a:uFillTx/>
                <a:latin typeface="DINOT" pitchFamily="121" charset="0"/>
                <a:ea typeface="Geneva" pitchFamily="121" charset="-128"/>
                <a:cs typeface="+mn-cs"/>
              </a:rPr>
              <a:pPr marL="0" marR="0" lvl="0" indent="0" algn="r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altLang="de-DE" sz="1200" b="0" i="0" u="none" strike="noStrike" kern="1200" cap="none" spc="0" normalizeH="0" baseline="0" noProof="0">
              <a:ln>
                <a:noFill/>
              </a:ln>
              <a:solidFill>
                <a:srgbClr val="004689"/>
              </a:solidFill>
              <a:effectLst/>
              <a:uLnTx/>
              <a:uFillTx/>
              <a:latin typeface="DINOT" pitchFamily="121" charset="0"/>
              <a:ea typeface="Geneva" pitchFamily="12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22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66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51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8E8D183C-9C2E-1E1F-E072-A3885BE6DE67}"/>
              </a:ext>
            </a:extLst>
          </p:cNvPr>
          <p:cNvSpPr/>
          <p:nvPr userDrawn="1"/>
        </p:nvSpPr>
        <p:spPr>
          <a:xfrm>
            <a:off x="-1" y="7020991"/>
            <a:ext cx="10799763" cy="540272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705" y="-35793"/>
            <a:ext cx="10799763" cy="792087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44933"/>
            <a:ext cx="7636045" cy="292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615" y="12342"/>
            <a:ext cx="1268148" cy="546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chemeClr val="bg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336103-EADF-9E1C-9950-1DD13D2BAED5}"/>
              </a:ext>
            </a:extLst>
          </p:cNvPr>
          <p:cNvSpPr/>
          <p:nvPr userDrawn="1"/>
        </p:nvSpPr>
        <p:spPr>
          <a:xfrm>
            <a:off x="5876" y="7020991"/>
            <a:ext cx="10799763" cy="54027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-1" y="0"/>
            <a:ext cx="10799763" cy="82809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81141"/>
            <a:ext cx="7636045" cy="292388"/>
          </a:xfrm>
          <a:prstGeom prst="rect">
            <a:avLst/>
          </a:prstGeom>
          <a:noFill/>
          <a:ln>
            <a:solidFill>
              <a:srgbClr val="661C3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rgbClr val="661C3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rgbClr val="661C3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270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rgbClr val="661C3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3181" y="-11021"/>
            <a:ext cx="9865096" cy="760081"/>
          </a:xfrm>
        </p:spPr>
        <p:txBody>
          <a:bodyPr>
            <a:noAutofit/>
          </a:bodyPr>
          <a:lstStyle/>
          <a:p>
            <a:r>
              <a:rPr lang="de-DE" sz="1800" dirty="0"/>
              <a:t>high </a:t>
            </a:r>
            <a:r>
              <a:rPr lang="de-DE" sz="1800" dirty="0" err="1"/>
              <a:t>protein</a:t>
            </a:r>
            <a:r>
              <a:rPr lang="de-DE" sz="1800" dirty="0"/>
              <a:t> rings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vanilla</a:t>
            </a:r>
            <a:r>
              <a:rPr lang="de-DE" sz="1800" dirty="0"/>
              <a:t> taste –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r>
              <a:rPr lang="de-DE" sz="1400" dirty="0" err="1"/>
              <a:t>sweetener</a:t>
            </a:r>
            <a:br>
              <a:rPr lang="de-DE" sz="1800" dirty="0"/>
            </a:br>
            <a:r>
              <a:rPr lang="de-DE" sz="1800" dirty="0" err="1">
                <a:latin typeface="DINOT-Bold" panose="020B0804020101020102" pitchFamily="34" charset="0"/>
                <a:cs typeface="Calibri" panose="020F0502020204030204" pitchFamily="34" charset="0"/>
              </a:rPr>
              <a:t>ref</a:t>
            </a:r>
            <a:r>
              <a:rPr lang="de-DE" sz="1800" dirty="0">
                <a:latin typeface="DINOT-Bold" panose="020B0804020101020102" pitchFamily="34" charset="0"/>
                <a:cs typeface="Calibri" panose="020F0502020204030204" pitchFamily="34" charset="0"/>
              </a:rPr>
              <a:t>.: 000004010409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246CA7D5-3C48-989F-D291-CEEB186B2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92318"/>
              </p:ext>
            </p:extLst>
          </p:nvPr>
        </p:nvGraphicFramePr>
        <p:xfrm>
          <a:off x="2044404" y="5666512"/>
          <a:ext cx="4319999" cy="1051560"/>
        </p:xfrm>
        <a:graphic>
          <a:graphicData uri="http://schemas.openxmlformats.org/drawingml/2006/table">
            <a:tbl>
              <a:tblPr firstRow="1" bandRow="1"/>
              <a:tblGrid>
                <a:gridCol w="431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478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Claims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22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high source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low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low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low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sat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low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Grafik 18">
            <a:extLst>
              <a:ext uri="{FF2B5EF4-FFF2-40B4-BE49-F238E27FC236}">
                <a16:creationId xmlns:a16="http://schemas.microsoft.com/office/drawing/2014/main" id="{4674B748-899F-F2C8-EE69-C25304821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15" r="4878"/>
          <a:stretch/>
        </p:blipFill>
        <p:spPr>
          <a:xfrm>
            <a:off x="0" y="889068"/>
            <a:ext cx="1984345" cy="6066835"/>
          </a:xfrm>
          <a:prstGeom prst="rect">
            <a:avLst/>
          </a:prstGeom>
          <a:ln>
            <a:noFill/>
          </a:ln>
          <a:effectLst>
            <a:softEdge rad="165100"/>
          </a:effectLst>
        </p:spPr>
      </p:pic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BBC579AD-E054-0C74-878F-B3E7CF05F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192274"/>
              </p:ext>
            </p:extLst>
          </p:nvPr>
        </p:nvGraphicFramePr>
        <p:xfrm>
          <a:off x="2049745" y="1040644"/>
          <a:ext cx="4320000" cy="1971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45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Ingredients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</a:t>
                      </a:r>
                      <a:r>
                        <a:rPr lang="de-DE" sz="1000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%</a:t>
                      </a:r>
                    </a:p>
                  </a:txBody>
                  <a:tcP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maize semolina 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WHEAT gluten </a:t>
                      </a: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23,4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896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sweetener: maltitol 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calcium carbonate 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3,1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natural </a:t>
                      </a:r>
                      <a:r>
                        <a:rPr lang="en-US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flavouring</a:t>
                      </a:r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type vanilla 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0,2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2802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ground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extracted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vanilla</a:t>
                      </a:r>
                      <a:endParaRPr lang="de-DE" sz="800" b="0" i="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b="0" i="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360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natural </a:t>
                      </a:r>
                      <a:r>
                        <a:rPr lang="en-US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flavouring</a:t>
                      </a:r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type butter 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b="0" i="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48459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0,07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185684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408E5B8-BA28-B652-0F9A-226FF37A5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197722"/>
              </p:ext>
            </p:extLst>
          </p:nvPr>
        </p:nvGraphicFramePr>
        <p:xfrm>
          <a:off x="6552009" y="6157413"/>
          <a:ext cx="3960438" cy="560659"/>
        </p:xfrm>
        <a:graphic>
          <a:graphicData uri="http://schemas.openxmlformats.org/drawingml/2006/table">
            <a:tbl>
              <a:tblPr firstRow="1" bandRow="1"/>
              <a:tblGrid>
                <a:gridCol w="3960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81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Allergen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637370"/>
                  </a:ext>
                </a:extLst>
              </a:tr>
              <a:tr h="332059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Contains allergens according to the list of ingredients. 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Manufactured in a facility </a:t>
                      </a: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where the following allergens are present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cereals containing gluten, milk and soya products, mustard, lupin.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DFFF3101-60D1-6AE4-006A-14744CD89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357584"/>
              </p:ext>
            </p:extLst>
          </p:nvPr>
        </p:nvGraphicFramePr>
        <p:xfrm>
          <a:off x="2044403" y="3420591"/>
          <a:ext cx="4320000" cy="2095246"/>
        </p:xfrm>
        <a:graphic>
          <a:graphicData uri="http://schemas.openxmlformats.org/drawingml/2006/table">
            <a:tbl>
              <a:tblPr firstRow="1" bandRow="1"/>
              <a:tblGrid>
                <a:gridCol w="1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000">
                  <a:extLst>
                    <a:ext uri="{9D8B030D-6E8A-4147-A177-3AD203B41FA5}">
                      <a16:colId xmlns:a16="http://schemas.microsoft.com/office/drawing/2014/main" val="1098706546"/>
                    </a:ext>
                  </a:extLst>
                </a:gridCol>
              </a:tblGrid>
              <a:tr h="2304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Nutrition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</a:t>
                      </a: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100g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 30 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kJ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calories</a:t>
                      </a:r>
                      <a:endParaRPr lang="de-DE" sz="800" b="0" i="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1477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349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443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saturates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1,7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Carbohydrates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total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sugars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64,4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19,3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Polyols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17,7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546941"/>
                  </a:ext>
                </a:extLst>
              </a:tr>
              <a:tr h="180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1043073" rtl="0" eaLnBrk="1" latinLnBrk="0" hangingPunct="1">
                        <a:lnSpc>
                          <a:spcPts val="950"/>
                        </a:lnSpc>
                        <a:spcAft>
                          <a:spcPts val="0"/>
                        </a:spcAft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0,08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B16CA258-373B-7D2B-1B98-55C1569A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71510"/>
              </p:ext>
            </p:extLst>
          </p:nvPr>
        </p:nvGraphicFramePr>
        <p:xfrm>
          <a:off x="6604874" y="5397063"/>
          <a:ext cx="3960438" cy="533400"/>
        </p:xfrm>
        <a:graphic>
          <a:graphicData uri="http://schemas.openxmlformats.org/drawingml/2006/table">
            <a:tbl>
              <a:tblPr firstRow="1" bandRow="1"/>
              <a:tblGrid>
                <a:gridCol w="3960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812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Storage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conditions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228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14 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months in original package at temperatures below 20 °C and less than 60 % relative air humidity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(to be verified by means of a BBD test)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Grafik 6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7681EB99-D581-5011-12C1-2107D4FBC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258" y="4736974"/>
            <a:ext cx="1105054" cy="543001"/>
          </a:xfrm>
          <a:prstGeom prst="rect">
            <a:avLst/>
          </a:prstGeom>
        </p:spPr>
      </p:pic>
      <p:pic>
        <p:nvPicPr>
          <p:cNvPr id="5" name="Grafik 4" descr="Ein Bild, das Snack, Essen, Donut, Backwaren enthält.&#10;&#10;KI-generierte Inhalte können fehlerhaft sein.">
            <a:extLst>
              <a:ext uri="{FF2B5EF4-FFF2-40B4-BE49-F238E27FC236}">
                <a16:creationId xmlns:a16="http://schemas.microsoft.com/office/drawing/2014/main" id="{D02F702A-3C89-1AFE-CCA2-564D304F3E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3167" y1="84004" x2="54902" y2="84809"/>
                        <a14:backgroundMark x1="37398" y1="24757" x2="37398" y2="24757"/>
                        <a14:backgroundMark x1="48802" y1="24919" x2="48802" y2="24919"/>
                        <a14:backgroundMark x1="62693" y1="31351" x2="62693" y2="31351"/>
                        <a14:backgroundMark x1="76706" y1="37217" x2="76706" y2="37217"/>
                        <a14:backgroundMark x1="85077" y1="59021" x2="85077" y2="59021"/>
                        <a14:backgroundMark x1="67759" y1="81553" x2="67759" y2="81553"/>
                        <a14:backgroundMark x1="14164" y1="48948" x2="14164" y2="48948"/>
                        <a14:backgroundMark x1="18562" y1="77710" x2="18562" y2="77710"/>
                        <a14:backgroundMark x1="49348" y1="84102" x2="49348" y2="84102"/>
                        <a14:backgroundMark x1="35062" y1="79693" x2="35062" y2="79693"/>
                        <a14:backgroundMark x1="20231" y1="76214" x2="20231" y2="76214"/>
                        <a14:backgroundMark x1="54495" y1="85480" x2="57692" y2="87123"/>
                        <a14:backgroundMark x1="49472" y1="82897" x2="52801" y2="84608"/>
                        <a14:backgroundMark x1="57692" y1="87123" x2="58522" y2="86821"/>
                        <a14:backgroundMark x1="79336" y1="75151" x2="84087" y2="74849"/>
                        <a14:backgroundMark x1="81448" y1="58048" x2="83861" y2="57042"/>
                        <a14:backgroundMark x1="63876" y1="33803" x2="63198" y2="31388"/>
                        <a14:backgroundMark x1="72549" y1="39839" x2="77300" y2="36117"/>
                      </a14:backgroundRemoval>
                    </a14:imgEffect>
                    <a14:imgEffect>
                      <a14:brightnessContrast brigh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6246">
            <a:off x="5995283" y="574322"/>
            <a:ext cx="5509473" cy="413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91375"/>
      </p:ext>
    </p:extLst>
  </p:cSld>
  <p:clrMapOvr>
    <a:masterClrMapping/>
  </p:clrMapOvr>
</p:sld>
</file>

<file path=ppt/theme/theme1.xml><?xml version="1.0" encoding="utf-8"?>
<a:theme xmlns:a="http://schemas.openxmlformats.org/drawingml/2006/main" name="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2.xml><?xml version="1.0" encoding="utf-8"?>
<a:theme xmlns:a="http://schemas.openxmlformats.org/drawingml/2006/main" name="1_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3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9A7D7B01688C40B96393EDFA5A917A" ma:contentTypeVersion="20" ma:contentTypeDescription="Ein neues Dokument erstellen." ma:contentTypeScope="" ma:versionID="da0acde49bc5ccc598171ffae9ad52d5">
  <xsd:schema xmlns:xsd="http://www.w3.org/2001/XMLSchema" xmlns:xs="http://www.w3.org/2001/XMLSchema" xmlns:p="http://schemas.microsoft.com/office/2006/metadata/properties" xmlns:ns2="a8b93ac7-3440-4a5d-bfba-14b9df8d60ab" xmlns:ns3="217ef9f1-9118-4ece-8043-580f6c18e255" xmlns:ns4="a1898e6c-7304-4b58-94ac-ae166c4266fd" targetNamespace="http://schemas.microsoft.com/office/2006/metadata/properties" ma:root="true" ma:fieldsID="cefb482ef2422f9faf783e8fbb32b014" ns2:_="" ns3:_="" ns4:_="">
    <xsd:import namespace="a8b93ac7-3440-4a5d-bfba-14b9df8d60ab"/>
    <xsd:import namespace="217ef9f1-9118-4ece-8043-580f6c18e255"/>
    <xsd:import namespace="a1898e6c-7304-4b58-94ac-ae166c4266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yname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93ac7-3440-4a5d-bfba-14b9df8d60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4746b5bc-1c2c-4445-b1e2-8bd04f42ea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yname" ma:index="25" nillable="true" ma:displayName="My name" ma:format="Dropdown" ma:internalName="Myname">
      <xsd:simpleType>
        <xsd:restriction base="dms:Text">
          <xsd:maxLength value="255"/>
        </xsd:restriction>
      </xsd:simpleType>
    </xsd:element>
    <xsd:element name="_Flow_SignoffStatus" ma:index="26" nillable="true" ma:displayName="Status Unterschrift" ma:internalName="Status_x0020_Unterschrift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ef9f1-9118-4ece-8043-580f6c18e2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98e6c-7304-4b58-94ac-ae166c4266f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fe6e0a2-c1af-454e-a870-69ae260a8c0c}" ma:internalName="TaxCatchAll" ma:showField="CatchAllData" ma:web="217ef9f1-9118-4ece-8043-580f6c18e2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a8b93ac7-3440-4a5d-bfba-14b9df8d60ab" xsi:nil="true"/>
    <lcf76f155ced4ddcb4097134ff3c332f xmlns="a8b93ac7-3440-4a5d-bfba-14b9df8d60ab">
      <Terms xmlns="http://schemas.microsoft.com/office/infopath/2007/PartnerControls"/>
    </lcf76f155ced4ddcb4097134ff3c332f>
    <TaxCatchAll xmlns="a1898e6c-7304-4b58-94ac-ae166c4266fd" xsi:nil="true"/>
    <Myname xmlns="a8b93ac7-3440-4a5d-bfba-14b9df8d60a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DD2EAE-DA42-4425-800F-F2B619801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b93ac7-3440-4a5d-bfba-14b9df8d60ab"/>
    <ds:schemaRef ds:uri="217ef9f1-9118-4ece-8043-580f6c18e255"/>
    <ds:schemaRef ds:uri="a1898e6c-7304-4b58-94ac-ae166c4266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BC0896-1C52-49BD-B6A6-7C01BAFD5771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a28c817-857d-492a-a42f-01c190f03586"/>
    <ds:schemaRef ds:uri="http://www.w3.org/XML/1998/namespace"/>
    <ds:schemaRef ds:uri="http://purl.org/dc/terms/"/>
    <ds:schemaRef ds:uri="5bbf0249-b95b-498b-9da2-005d85f442a5"/>
    <ds:schemaRef ds:uri="http://purl.org/dc/dcmitype/"/>
    <ds:schemaRef ds:uri="http://schemas.microsoft.com/office/infopath/2007/PartnerControls"/>
    <ds:schemaRef ds:uri="http://schemas.microsoft.com/office/2006/metadata/properties"/>
    <ds:schemaRef ds:uri="a8b93ac7-3440-4a5d-bfba-14b9df8d60ab"/>
    <ds:schemaRef ds:uri="a1898e6c-7304-4b58-94ac-ae166c4266fd"/>
  </ds:schemaRefs>
</ds:datastoreItem>
</file>

<file path=customXml/itemProps3.xml><?xml version="1.0" encoding="utf-8"?>
<ds:datastoreItem xmlns:ds="http://schemas.openxmlformats.org/officeDocument/2006/customXml" ds:itemID="{F38FFA9E-B348-4605-A4D6-9032E455CF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Brueggen_Master_2015</Template>
  <TotalTime>0</TotalTime>
  <Words>201</Words>
  <Application>Microsoft Office PowerPoint</Application>
  <PresentationFormat>Benutzerdefiniert</PresentationFormat>
  <Paragraphs>64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DINOT</vt:lpstr>
      <vt:lpstr>DINOT-Bold</vt:lpstr>
      <vt:lpstr>Franklin Gothic Book</vt:lpstr>
      <vt:lpstr>Franklin Gothic Demi</vt:lpstr>
      <vt:lpstr>Wingdings 3</vt:lpstr>
      <vt:lpstr>Brüggen</vt:lpstr>
      <vt:lpstr>1_Brüggen</vt:lpstr>
      <vt:lpstr>high protein rings with vanilla taste – with sweetener ref.: 000004010409</vt:lpstr>
    </vt:vector>
  </TitlesOfParts>
  <Company>Brueggen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Bsp. Überschrift DIN OT BOLD, 55 PT</dc:title>
  <dc:creator>Britta Scholt</dc:creator>
  <cp:lastModifiedBy>Alexandra Kuschel</cp:lastModifiedBy>
  <cp:revision>259</cp:revision>
  <cp:lastPrinted>2020-09-28T12:29:24Z</cp:lastPrinted>
  <dcterms:created xsi:type="dcterms:W3CDTF">2018-07-17T12:32:27Z</dcterms:created>
  <dcterms:modified xsi:type="dcterms:W3CDTF">2025-05-12T06:12:42Z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0x010100DA9A7D7B01688C40B96393EDFA5A917A</vt:lpwstr>
  </property>
  <property fmtid="{D5CDD505-2E9C-101B-9397-08002B2CF9AE}" pid="3" name="Order">
    <vt:r8>281000</vt:r8>
  </property>
  <property fmtid="{D5CDD505-2E9C-101B-9397-08002B2CF9AE}" pid="4" name="MediaServiceImageTags">
    <vt:lpwstr/>
  </property>
</Properties>
</file>